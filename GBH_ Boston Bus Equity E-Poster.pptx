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1067700" cx="37463400"/>
  <p:notesSz cx="9296400" cy="7010400"/>
  <p:embeddedFontLst>
    <p:embeddedFont>
      <p:font typeface="Roboto"/>
      <p:regular r:id="rId7"/>
      <p:bold r:id="rId8"/>
      <p:italic r:id="rId9"/>
      <p:boldItalic r:id="rId10"/>
    </p:embeddedFont>
    <p:embeddedFont>
      <p:font typeface="Bebas Neue"/>
      <p:regular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635">
          <p15:clr>
            <a:srgbClr val="A4A3A4"/>
          </p15:clr>
        </p15:guide>
        <p15:guide id="2" pos="118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635" orient="horz"/>
        <p:guide pos="1180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ebasNeue-regular.fntdata"/><Relationship Id="rId10"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8440" cy="352143"/>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266347" y="0"/>
            <a:ext cx="4028440" cy="352143"/>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46350" y="876300"/>
            <a:ext cx="4203700"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29640" y="3373756"/>
            <a:ext cx="7437120" cy="2760344"/>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3687"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658258"/>
            <a:ext cx="4028440" cy="352142"/>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266347" y="6658258"/>
            <a:ext cx="4028440" cy="352142"/>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9d621981fb_0_11:notes"/>
          <p:cNvSpPr/>
          <p:nvPr>
            <p:ph idx="2" type="sldImg"/>
          </p:nvPr>
        </p:nvSpPr>
        <p:spPr>
          <a:xfrm>
            <a:off x="2546350" y="876300"/>
            <a:ext cx="4203600" cy="236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29d621981fb_0_11:notes"/>
          <p:cNvSpPr txBox="1"/>
          <p:nvPr>
            <p:ph idx="1" type="body"/>
          </p:nvPr>
        </p:nvSpPr>
        <p:spPr>
          <a:xfrm>
            <a:off x="929640" y="3373756"/>
            <a:ext cx="7437000" cy="27603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sz="2400"/>
          </a:p>
        </p:txBody>
      </p:sp>
      <p:sp>
        <p:nvSpPr>
          <p:cNvPr id="103" name="Google Shape;103;g29d621981fb_0_11:notes"/>
          <p:cNvSpPr txBox="1"/>
          <p:nvPr>
            <p:ph idx="12" type="sldNum"/>
          </p:nvPr>
        </p:nvSpPr>
        <p:spPr>
          <a:xfrm>
            <a:off x="5266347" y="6658258"/>
            <a:ext cx="4028400" cy="3522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2"/>
          <p:cNvSpPr txBox="1"/>
          <p:nvPr>
            <p:ph type="ctrTitle"/>
          </p:nvPr>
        </p:nvSpPr>
        <p:spPr>
          <a:xfrm>
            <a:off x="4682927" y="3447889"/>
            <a:ext cx="28097560" cy="7334685"/>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8432"/>
              <a:buFont typeface="Calibri"/>
              <a:buNone/>
              <a:defRPr sz="1843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
          <p:cNvSpPr txBox="1"/>
          <p:nvPr>
            <p:ph idx="1" type="subTitle"/>
          </p:nvPr>
        </p:nvSpPr>
        <p:spPr>
          <a:xfrm>
            <a:off x="4682927" y="11065427"/>
            <a:ext cx="28097560" cy="508648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072"/>
              </a:spcBef>
              <a:spcAft>
                <a:spcPts val="0"/>
              </a:spcAft>
              <a:buClr>
                <a:schemeClr val="dk1"/>
              </a:buClr>
              <a:buSzPts val="7373"/>
              <a:buNone/>
              <a:defRPr sz="7373"/>
            </a:lvl1pPr>
            <a:lvl2pPr lvl="1" algn="ctr">
              <a:lnSpc>
                <a:spcPct val="90000"/>
              </a:lnSpc>
              <a:spcBef>
                <a:spcPts val="1536"/>
              </a:spcBef>
              <a:spcAft>
                <a:spcPts val="0"/>
              </a:spcAft>
              <a:buClr>
                <a:schemeClr val="dk1"/>
              </a:buClr>
              <a:buSzPts val="6144"/>
              <a:buNone/>
              <a:defRPr sz="6144"/>
            </a:lvl2pPr>
            <a:lvl3pPr lvl="2" algn="ctr">
              <a:lnSpc>
                <a:spcPct val="90000"/>
              </a:lnSpc>
              <a:spcBef>
                <a:spcPts val="1536"/>
              </a:spcBef>
              <a:spcAft>
                <a:spcPts val="0"/>
              </a:spcAft>
              <a:buClr>
                <a:schemeClr val="dk1"/>
              </a:buClr>
              <a:buSzPts val="5530"/>
              <a:buNone/>
              <a:defRPr sz="5530"/>
            </a:lvl3pPr>
            <a:lvl4pPr lvl="3" algn="ctr">
              <a:lnSpc>
                <a:spcPct val="90000"/>
              </a:lnSpc>
              <a:spcBef>
                <a:spcPts val="1536"/>
              </a:spcBef>
              <a:spcAft>
                <a:spcPts val="0"/>
              </a:spcAft>
              <a:buClr>
                <a:schemeClr val="dk1"/>
              </a:buClr>
              <a:buSzPts val="4915"/>
              <a:buNone/>
              <a:defRPr sz="4915"/>
            </a:lvl4pPr>
            <a:lvl5pPr lvl="4" algn="ctr">
              <a:lnSpc>
                <a:spcPct val="90000"/>
              </a:lnSpc>
              <a:spcBef>
                <a:spcPts val="1536"/>
              </a:spcBef>
              <a:spcAft>
                <a:spcPts val="0"/>
              </a:spcAft>
              <a:buClr>
                <a:schemeClr val="dk1"/>
              </a:buClr>
              <a:buSzPts val="4915"/>
              <a:buNone/>
              <a:defRPr sz="4915"/>
            </a:lvl5pPr>
            <a:lvl6pPr lvl="5" algn="ctr">
              <a:lnSpc>
                <a:spcPct val="90000"/>
              </a:lnSpc>
              <a:spcBef>
                <a:spcPts val="1536"/>
              </a:spcBef>
              <a:spcAft>
                <a:spcPts val="0"/>
              </a:spcAft>
              <a:buClr>
                <a:schemeClr val="dk1"/>
              </a:buClr>
              <a:buSzPts val="4915"/>
              <a:buNone/>
              <a:defRPr sz="4915"/>
            </a:lvl6pPr>
            <a:lvl7pPr lvl="6" algn="ctr">
              <a:lnSpc>
                <a:spcPct val="90000"/>
              </a:lnSpc>
              <a:spcBef>
                <a:spcPts val="1536"/>
              </a:spcBef>
              <a:spcAft>
                <a:spcPts val="0"/>
              </a:spcAft>
              <a:buClr>
                <a:schemeClr val="dk1"/>
              </a:buClr>
              <a:buSzPts val="4915"/>
              <a:buNone/>
              <a:defRPr sz="4915"/>
            </a:lvl7pPr>
            <a:lvl8pPr lvl="7" algn="ctr">
              <a:lnSpc>
                <a:spcPct val="90000"/>
              </a:lnSpc>
              <a:spcBef>
                <a:spcPts val="1536"/>
              </a:spcBef>
              <a:spcAft>
                <a:spcPts val="0"/>
              </a:spcAft>
              <a:buClr>
                <a:schemeClr val="dk1"/>
              </a:buClr>
              <a:buSzPts val="4915"/>
              <a:buNone/>
              <a:defRPr sz="4915"/>
            </a:lvl8pPr>
            <a:lvl9pPr lvl="8" algn="ctr">
              <a:lnSpc>
                <a:spcPct val="90000"/>
              </a:lnSpc>
              <a:spcBef>
                <a:spcPts val="1536"/>
              </a:spcBef>
              <a:spcAft>
                <a:spcPts val="0"/>
              </a:spcAft>
              <a:buClr>
                <a:schemeClr val="dk1"/>
              </a:buClr>
              <a:buSzPts val="4915"/>
              <a:buNone/>
              <a:defRPr sz="4915"/>
            </a:lvl9pPr>
          </a:lstStyle>
          <a:p/>
        </p:txBody>
      </p:sp>
      <p:sp>
        <p:nvSpPr>
          <p:cNvPr id="34" name="Google Shape;34;p2"/>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
          <p:cNvSpPr txBox="1"/>
          <p:nvPr>
            <p:ph type="title"/>
          </p:nvPr>
        </p:nvSpPr>
        <p:spPr>
          <a:xfrm>
            <a:off x="2575610" y="1121663"/>
            <a:ext cx="32312194" cy="40721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
          <p:cNvSpPr txBox="1"/>
          <p:nvPr>
            <p:ph idx="1" type="body"/>
          </p:nvPr>
        </p:nvSpPr>
        <p:spPr>
          <a:xfrm>
            <a:off x="2575610" y="5608303"/>
            <a:ext cx="32312194" cy="133672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72"/>
              </a:spcBef>
              <a:spcAft>
                <a:spcPts val="0"/>
              </a:spcAft>
              <a:buClr>
                <a:schemeClr val="dk1"/>
              </a:buClr>
              <a:buSzPts val="1800"/>
              <a:buChar char="•"/>
              <a:defRPr/>
            </a:lvl1pPr>
            <a:lvl2pPr indent="-342900" lvl="1" marL="914400" algn="l">
              <a:lnSpc>
                <a:spcPct val="90000"/>
              </a:lnSpc>
              <a:spcBef>
                <a:spcPts val="1536"/>
              </a:spcBef>
              <a:spcAft>
                <a:spcPts val="0"/>
              </a:spcAft>
              <a:buClr>
                <a:schemeClr val="dk1"/>
              </a:buClr>
              <a:buSzPts val="1800"/>
              <a:buChar char="•"/>
              <a:defRPr/>
            </a:lvl2pPr>
            <a:lvl3pPr indent="-342900" lvl="2" marL="1371600" algn="l">
              <a:lnSpc>
                <a:spcPct val="90000"/>
              </a:lnSpc>
              <a:spcBef>
                <a:spcPts val="1536"/>
              </a:spcBef>
              <a:spcAft>
                <a:spcPts val="0"/>
              </a:spcAft>
              <a:buClr>
                <a:schemeClr val="dk1"/>
              </a:buClr>
              <a:buSzPts val="1800"/>
              <a:buChar char="•"/>
              <a:defRPr/>
            </a:lvl3pPr>
            <a:lvl4pPr indent="-342900" lvl="3" marL="1828800" algn="l">
              <a:lnSpc>
                <a:spcPct val="90000"/>
              </a:lnSpc>
              <a:spcBef>
                <a:spcPts val="1536"/>
              </a:spcBef>
              <a:spcAft>
                <a:spcPts val="0"/>
              </a:spcAft>
              <a:buClr>
                <a:schemeClr val="dk1"/>
              </a:buClr>
              <a:buSzPts val="1800"/>
              <a:buChar char="•"/>
              <a:defRPr/>
            </a:lvl4pPr>
            <a:lvl5pPr indent="-342900" lvl="4" marL="2286000" algn="l">
              <a:lnSpc>
                <a:spcPct val="90000"/>
              </a:lnSpc>
              <a:spcBef>
                <a:spcPts val="1536"/>
              </a:spcBef>
              <a:spcAft>
                <a:spcPts val="0"/>
              </a:spcAft>
              <a:buClr>
                <a:schemeClr val="dk1"/>
              </a:buClr>
              <a:buSzPts val="1800"/>
              <a:buChar char="•"/>
              <a:defRPr/>
            </a:lvl5pPr>
            <a:lvl6pPr indent="-342900" lvl="5" marL="2743200" algn="l">
              <a:lnSpc>
                <a:spcPct val="90000"/>
              </a:lnSpc>
              <a:spcBef>
                <a:spcPts val="1536"/>
              </a:spcBef>
              <a:spcAft>
                <a:spcPts val="0"/>
              </a:spcAft>
              <a:buClr>
                <a:schemeClr val="dk1"/>
              </a:buClr>
              <a:buSzPts val="1800"/>
              <a:buChar char="•"/>
              <a:defRPr/>
            </a:lvl6pPr>
            <a:lvl7pPr indent="-342900" lvl="6" marL="3200400" algn="l">
              <a:lnSpc>
                <a:spcPct val="90000"/>
              </a:lnSpc>
              <a:spcBef>
                <a:spcPts val="1536"/>
              </a:spcBef>
              <a:spcAft>
                <a:spcPts val="0"/>
              </a:spcAft>
              <a:buClr>
                <a:schemeClr val="dk1"/>
              </a:buClr>
              <a:buSzPts val="1800"/>
              <a:buChar char="•"/>
              <a:defRPr/>
            </a:lvl7pPr>
            <a:lvl8pPr indent="-342900" lvl="7" marL="3657600" algn="l">
              <a:lnSpc>
                <a:spcPct val="90000"/>
              </a:lnSpc>
              <a:spcBef>
                <a:spcPts val="1536"/>
              </a:spcBef>
              <a:spcAft>
                <a:spcPts val="0"/>
              </a:spcAft>
              <a:buClr>
                <a:schemeClr val="dk1"/>
              </a:buClr>
              <a:buSzPts val="1800"/>
              <a:buChar char="•"/>
              <a:defRPr/>
            </a:lvl8pPr>
            <a:lvl9pPr indent="-342900" lvl="8" marL="4114800" algn="l">
              <a:lnSpc>
                <a:spcPct val="90000"/>
              </a:lnSpc>
              <a:spcBef>
                <a:spcPts val="1536"/>
              </a:spcBef>
              <a:spcAft>
                <a:spcPts val="0"/>
              </a:spcAft>
              <a:buClr>
                <a:schemeClr val="dk1"/>
              </a:buClr>
              <a:buSzPts val="1800"/>
              <a:buChar char="•"/>
              <a:defRPr/>
            </a:lvl9pPr>
          </a:lstStyle>
          <a:p/>
        </p:txBody>
      </p:sp>
      <p:sp>
        <p:nvSpPr>
          <p:cNvPr id="40" name="Google Shape;40;p3"/>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4"/>
          <p:cNvSpPr txBox="1"/>
          <p:nvPr>
            <p:ph type="title"/>
          </p:nvPr>
        </p:nvSpPr>
        <p:spPr>
          <a:xfrm>
            <a:off x="2556097" y="5252301"/>
            <a:ext cx="32312194" cy="876358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432"/>
              <a:buFont typeface="Calibri"/>
              <a:buNone/>
              <a:defRPr sz="1843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
          <p:cNvSpPr txBox="1"/>
          <p:nvPr>
            <p:ph idx="1" type="body"/>
          </p:nvPr>
        </p:nvSpPr>
        <p:spPr>
          <a:xfrm>
            <a:off x="2556097" y="14098791"/>
            <a:ext cx="32312194" cy="46085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72"/>
              </a:spcBef>
              <a:spcAft>
                <a:spcPts val="0"/>
              </a:spcAft>
              <a:buClr>
                <a:srgbClr val="888888"/>
              </a:buClr>
              <a:buSzPts val="7373"/>
              <a:buNone/>
              <a:defRPr sz="7373">
                <a:solidFill>
                  <a:srgbClr val="888888"/>
                </a:solidFill>
              </a:defRPr>
            </a:lvl1pPr>
            <a:lvl2pPr indent="-228600" lvl="1" marL="914400" algn="l">
              <a:lnSpc>
                <a:spcPct val="90000"/>
              </a:lnSpc>
              <a:spcBef>
                <a:spcPts val="1536"/>
              </a:spcBef>
              <a:spcAft>
                <a:spcPts val="0"/>
              </a:spcAft>
              <a:buClr>
                <a:srgbClr val="888888"/>
              </a:buClr>
              <a:buSzPts val="6144"/>
              <a:buNone/>
              <a:defRPr sz="6144">
                <a:solidFill>
                  <a:srgbClr val="888888"/>
                </a:solidFill>
              </a:defRPr>
            </a:lvl2pPr>
            <a:lvl3pPr indent="-228600" lvl="2" marL="1371600" algn="l">
              <a:lnSpc>
                <a:spcPct val="90000"/>
              </a:lnSpc>
              <a:spcBef>
                <a:spcPts val="1536"/>
              </a:spcBef>
              <a:spcAft>
                <a:spcPts val="0"/>
              </a:spcAft>
              <a:buClr>
                <a:srgbClr val="888888"/>
              </a:buClr>
              <a:buSzPts val="5530"/>
              <a:buNone/>
              <a:defRPr sz="5530">
                <a:solidFill>
                  <a:srgbClr val="888888"/>
                </a:solidFill>
              </a:defRPr>
            </a:lvl3pPr>
            <a:lvl4pPr indent="-228600" lvl="3" marL="1828800" algn="l">
              <a:lnSpc>
                <a:spcPct val="90000"/>
              </a:lnSpc>
              <a:spcBef>
                <a:spcPts val="1536"/>
              </a:spcBef>
              <a:spcAft>
                <a:spcPts val="0"/>
              </a:spcAft>
              <a:buClr>
                <a:srgbClr val="888888"/>
              </a:buClr>
              <a:buSzPts val="4915"/>
              <a:buNone/>
              <a:defRPr sz="4915">
                <a:solidFill>
                  <a:srgbClr val="888888"/>
                </a:solidFill>
              </a:defRPr>
            </a:lvl4pPr>
            <a:lvl5pPr indent="-228600" lvl="4" marL="2286000" algn="l">
              <a:lnSpc>
                <a:spcPct val="90000"/>
              </a:lnSpc>
              <a:spcBef>
                <a:spcPts val="1536"/>
              </a:spcBef>
              <a:spcAft>
                <a:spcPts val="0"/>
              </a:spcAft>
              <a:buClr>
                <a:srgbClr val="888888"/>
              </a:buClr>
              <a:buSzPts val="4915"/>
              <a:buNone/>
              <a:defRPr sz="4915">
                <a:solidFill>
                  <a:srgbClr val="888888"/>
                </a:solidFill>
              </a:defRPr>
            </a:lvl5pPr>
            <a:lvl6pPr indent="-228600" lvl="5" marL="2743200" algn="l">
              <a:lnSpc>
                <a:spcPct val="90000"/>
              </a:lnSpc>
              <a:spcBef>
                <a:spcPts val="1536"/>
              </a:spcBef>
              <a:spcAft>
                <a:spcPts val="0"/>
              </a:spcAft>
              <a:buClr>
                <a:srgbClr val="888888"/>
              </a:buClr>
              <a:buSzPts val="4915"/>
              <a:buNone/>
              <a:defRPr sz="4915">
                <a:solidFill>
                  <a:srgbClr val="888888"/>
                </a:solidFill>
              </a:defRPr>
            </a:lvl6pPr>
            <a:lvl7pPr indent="-228600" lvl="6" marL="3200400" algn="l">
              <a:lnSpc>
                <a:spcPct val="90000"/>
              </a:lnSpc>
              <a:spcBef>
                <a:spcPts val="1536"/>
              </a:spcBef>
              <a:spcAft>
                <a:spcPts val="0"/>
              </a:spcAft>
              <a:buClr>
                <a:srgbClr val="888888"/>
              </a:buClr>
              <a:buSzPts val="4915"/>
              <a:buNone/>
              <a:defRPr sz="4915">
                <a:solidFill>
                  <a:srgbClr val="888888"/>
                </a:solidFill>
              </a:defRPr>
            </a:lvl7pPr>
            <a:lvl8pPr indent="-228600" lvl="7" marL="3657600" algn="l">
              <a:lnSpc>
                <a:spcPct val="90000"/>
              </a:lnSpc>
              <a:spcBef>
                <a:spcPts val="1536"/>
              </a:spcBef>
              <a:spcAft>
                <a:spcPts val="0"/>
              </a:spcAft>
              <a:buClr>
                <a:srgbClr val="888888"/>
              </a:buClr>
              <a:buSzPts val="4915"/>
              <a:buNone/>
              <a:defRPr sz="4915">
                <a:solidFill>
                  <a:srgbClr val="888888"/>
                </a:solidFill>
              </a:defRPr>
            </a:lvl8pPr>
            <a:lvl9pPr indent="-228600" lvl="8" marL="4114800" algn="l">
              <a:lnSpc>
                <a:spcPct val="90000"/>
              </a:lnSpc>
              <a:spcBef>
                <a:spcPts val="1536"/>
              </a:spcBef>
              <a:spcAft>
                <a:spcPts val="0"/>
              </a:spcAft>
              <a:buClr>
                <a:srgbClr val="888888"/>
              </a:buClr>
              <a:buSzPts val="4915"/>
              <a:buNone/>
              <a:defRPr sz="4915">
                <a:solidFill>
                  <a:srgbClr val="888888"/>
                </a:solidFill>
              </a:defRPr>
            </a:lvl9pPr>
          </a:lstStyle>
          <a:p/>
        </p:txBody>
      </p:sp>
      <p:sp>
        <p:nvSpPr>
          <p:cNvPr id="46" name="Google Shape;46;p4"/>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5"/>
          <p:cNvSpPr txBox="1"/>
          <p:nvPr>
            <p:ph type="title"/>
          </p:nvPr>
        </p:nvSpPr>
        <p:spPr>
          <a:xfrm>
            <a:off x="2575610" y="1121663"/>
            <a:ext cx="32312194" cy="40721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
          <p:cNvSpPr txBox="1"/>
          <p:nvPr>
            <p:ph idx="1" type="body"/>
          </p:nvPr>
        </p:nvSpPr>
        <p:spPr>
          <a:xfrm>
            <a:off x="2575609" y="5608303"/>
            <a:ext cx="15921951" cy="133672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72"/>
              </a:spcBef>
              <a:spcAft>
                <a:spcPts val="0"/>
              </a:spcAft>
              <a:buClr>
                <a:schemeClr val="dk1"/>
              </a:buClr>
              <a:buSzPts val="1800"/>
              <a:buChar char="•"/>
              <a:defRPr/>
            </a:lvl1pPr>
            <a:lvl2pPr indent="-342900" lvl="1" marL="914400" algn="l">
              <a:lnSpc>
                <a:spcPct val="90000"/>
              </a:lnSpc>
              <a:spcBef>
                <a:spcPts val="1536"/>
              </a:spcBef>
              <a:spcAft>
                <a:spcPts val="0"/>
              </a:spcAft>
              <a:buClr>
                <a:schemeClr val="dk1"/>
              </a:buClr>
              <a:buSzPts val="1800"/>
              <a:buChar char="•"/>
              <a:defRPr/>
            </a:lvl2pPr>
            <a:lvl3pPr indent="-342900" lvl="2" marL="1371600" algn="l">
              <a:lnSpc>
                <a:spcPct val="90000"/>
              </a:lnSpc>
              <a:spcBef>
                <a:spcPts val="1536"/>
              </a:spcBef>
              <a:spcAft>
                <a:spcPts val="0"/>
              </a:spcAft>
              <a:buClr>
                <a:schemeClr val="dk1"/>
              </a:buClr>
              <a:buSzPts val="1800"/>
              <a:buChar char="•"/>
              <a:defRPr/>
            </a:lvl3pPr>
            <a:lvl4pPr indent="-342900" lvl="3" marL="1828800" algn="l">
              <a:lnSpc>
                <a:spcPct val="90000"/>
              </a:lnSpc>
              <a:spcBef>
                <a:spcPts val="1536"/>
              </a:spcBef>
              <a:spcAft>
                <a:spcPts val="0"/>
              </a:spcAft>
              <a:buClr>
                <a:schemeClr val="dk1"/>
              </a:buClr>
              <a:buSzPts val="1800"/>
              <a:buChar char="•"/>
              <a:defRPr/>
            </a:lvl4pPr>
            <a:lvl5pPr indent="-342900" lvl="4" marL="2286000" algn="l">
              <a:lnSpc>
                <a:spcPct val="90000"/>
              </a:lnSpc>
              <a:spcBef>
                <a:spcPts val="1536"/>
              </a:spcBef>
              <a:spcAft>
                <a:spcPts val="0"/>
              </a:spcAft>
              <a:buClr>
                <a:schemeClr val="dk1"/>
              </a:buClr>
              <a:buSzPts val="1800"/>
              <a:buChar char="•"/>
              <a:defRPr/>
            </a:lvl5pPr>
            <a:lvl6pPr indent="-342900" lvl="5" marL="2743200" algn="l">
              <a:lnSpc>
                <a:spcPct val="90000"/>
              </a:lnSpc>
              <a:spcBef>
                <a:spcPts val="1536"/>
              </a:spcBef>
              <a:spcAft>
                <a:spcPts val="0"/>
              </a:spcAft>
              <a:buClr>
                <a:schemeClr val="dk1"/>
              </a:buClr>
              <a:buSzPts val="1800"/>
              <a:buChar char="•"/>
              <a:defRPr/>
            </a:lvl6pPr>
            <a:lvl7pPr indent="-342900" lvl="6" marL="3200400" algn="l">
              <a:lnSpc>
                <a:spcPct val="90000"/>
              </a:lnSpc>
              <a:spcBef>
                <a:spcPts val="1536"/>
              </a:spcBef>
              <a:spcAft>
                <a:spcPts val="0"/>
              </a:spcAft>
              <a:buClr>
                <a:schemeClr val="dk1"/>
              </a:buClr>
              <a:buSzPts val="1800"/>
              <a:buChar char="•"/>
              <a:defRPr/>
            </a:lvl7pPr>
            <a:lvl8pPr indent="-342900" lvl="7" marL="3657600" algn="l">
              <a:lnSpc>
                <a:spcPct val="90000"/>
              </a:lnSpc>
              <a:spcBef>
                <a:spcPts val="1536"/>
              </a:spcBef>
              <a:spcAft>
                <a:spcPts val="0"/>
              </a:spcAft>
              <a:buClr>
                <a:schemeClr val="dk1"/>
              </a:buClr>
              <a:buSzPts val="1800"/>
              <a:buChar char="•"/>
              <a:defRPr/>
            </a:lvl8pPr>
            <a:lvl9pPr indent="-342900" lvl="8" marL="4114800" algn="l">
              <a:lnSpc>
                <a:spcPct val="90000"/>
              </a:lnSpc>
              <a:spcBef>
                <a:spcPts val="1536"/>
              </a:spcBef>
              <a:spcAft>
                <a:spcPts val="0"/>
              </a:spcAft>
              <a:buClr>
                <a:schemeClr val="dk1"/>
              </a:buClr>
              <a:buSzPts val="1800"/>
              <a:buChar char="•"/>
              <a:defRPr/>
            </a:lvl9pPr>
          </a:lstStyle>
          <a:p/>
        </p:txBody>
      </p:sp>
      <p:sp>
        <p:nvSpPr>
          <p:cNvPr id="52" name="Google Shape;52;p5"/>
          <p:cNvSpPr txBox="1"/>
          <p:nvPr>
            <p:ph idx="2" type="body"/>
          </p:nvPr>
        </p:nvSpPr>
        <p:spPr>
          <a:xfrm>
            <a:off x="18965853" y="5608303"/>
            <a:ext cx="15921951" cy="133672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72"/>
              </a:spcBef>
              <a:spcAft>
                <a:spcPts val="0"/>
              </a:spcAft>
              <a:buClr>
                <a:schemeClr val="dk1"/>
              </a:buClr>
              <a:buSzPts val="1800"/>
              <a:buChar char="•"/>
              <a:defRPr/>
            </a:lvl1pPr>
            <a:lvl2pPr indent="-342900" lvl="1" marL="914400" algn="l">
              <a:lnSpc>
                <a:spcPct val="90000"/>
              </a:lnSpc>
              <a:spcBef>
                <a:spcPts val="1536"/>
              </a:spcBef>
              <a:spcAft>
                <a:spcPts val="0"/>
              </a:spcAft>
              <a:buClr>
                <a:schemeClr val="dk1"/>
              </a:buClr>
              <a:buSzPts val="1800"/>
              <a:buChar char="•"/>
              <a:defRPr/>
            </a:lvl2pPr>
            <a:lvl3pPr indent="-342900" lvl="2" marL="1371600" algn="l">
              <a:lnSpc>
                <a:spcPct val="90000"/>
              </a:lnSpc>
              <a:spcBef>
                <a:spcPts val="1536"/>
              </a:spcBef>
              <a:spcAft>
                <a:spcPts val="0"/>
              </a:spcAft>
              <a:buClr>
                <a:schemeClr val="dk1"/>
              </a:buClr>
              <a:buSzPts val="1800"/>
              <a:buChar char="•"/>
              <a:defRPr/>
            </a:lvl3pPr>
            <a:lvl4pPr indent="-342900" lvl="3" marL="1828800" algn="l">
              <a:lnSpc>
                <a:spcPct val="90000"/>
              </a:lnSpc>
              <a:spcBef>
                <a:spcPts val="1536"/>
              </a:spcBef>
              <a:spcAft>
                <a:spcPts val="0"/>
              </a:spcAft>
              <a:buClr>
                <a:schemeClr val="dk1"/>
              </a:buClr>
              <a:buSzPts val="1800"/>
              <a:buChar char="•"/>
              <a:defRPr/>
            </a:lvl4pPr>
            <a:lvl5pPr indent="-342900" lvl="4" marL="2286000" algn="l">
              <a:lnSpc>
                <a:spcPct val="90000"/>
              </a:lnSpc>
              <a:spcBef>
                <a:spcPts val="1536"/>
              </a:spcBef>
              <a:spcAft>
                <a:spcPts val="0"/>
              </a:spcAft>
              <a:buClr>
                <a:schemeClr val="dk1"/>
              </a:buClr>
              <a:buSzPts val="1800"/>
              <a:buChar char="•"/>
              <a:defRPr/>
            </a:lvl5pPr>
            <a:lvl6pPr indent="-342900" lvl="5" marL="2743200" algn="l">
              <a:lnSpc>
                <a:spcPct val="90000"/>
              </a:lnSpc>
              <a:spcBef>
                <a:spcPts val="1536"/>
              </a:spcBef>
              <a:spcAft>
                <a:spcPts val="0"/>
              </a:spcAft>
              <a:buClr>
                <a:schemeClr val="dk1"/>
              </a:buClr>
              <a:buSzPts val="1800"/>
              <a:buChar char="•"/>
              <a:defRPr/>
            </a:lvl6pPr>
            <a:lvl7pPr indent="-342900" lvl="6" marL="3200400" algn="l">
              <a:lnSpc>
                <a:spcPct val="90000"/>
              </a:lnSpc>
              <a:spcBef>
                <a:spcPts val="1536"/>
              </a:spcBef>
              <a:spcAft>
                <a:spcPts val="0"/>
              </a:spcAft>
              <a:buClr>
                <a:schemeClr val="dk1"/>
              </a:buClr>
              <a:buSzPts val="1800"/>
              <a:buChar char="•"/>
              <a:defRPr/>
            </a:lvl7pPr>
            <a:lvl8pPr indent="-342900" lvl="7" marL="3657600" algn="l">
              <a:lnSpc>
                <a:spcPct val="90000"/>
              </a:lnSpc>
              <a:spcBef>
                <a:spcPts val="1536"/>
              </a:spcBef>
              <a:spcAft>
                <a:spcPts val="0"/>
              </a:spcAft>
              <a:buClr>
                <a:schemeClr val="dk1"/>
              </a:buClr>
              <a:buSzPts val="1800"/>
              <a:buChar char="•"/>
              <a:defRPr/>
            </a:lvl8pPr>
            <a:lvl9pPr indent="-342900" lvl="8" marL="4114800" algn="l">
              <a:lnSpc>
                <a:spcPct val="90000"/>
              </a:lnSpc>
              <a:spcBef>
                <a:spcPts val="1536"/>
              </a:spcBef>
              <a:spcAft>
                <a:spcPts val="0"/>
              </a:spcAft>
              <a:buClr>
                <a:schemeClr val="dk1"/>
              </a:buClr>
              <a:buSzPts val="1800"/>
              <a:buChar char="•"/>
              <a:defRPr/>
            </a:lvl9pPr>
          </a:lstStyle>
          <a:p/>
        </p:txBody>
      </p:sp>
      <p:sp>
        <p:nvSpPr>
          <p:cNvPr id="53" name="Google Shape;53;p5"/>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6"/>
          <p:cNvSpPr txBox="1"/>
          <p:nvPr>
            <p:ph type="title"/>
          </p:nvPr>
        </p:nvSpPr>
        <p:spPr>
          <a:xfrm>
            <a:off x="2580489" y="1121663"/>
            <a:ext cx="32312194" cy="40721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
          <p:cNvSpPr txBox="1"/>
          <p:nvPr>
            <p:ph idx="1" type="body"/>
          </p:nvPr>
        </p:nvSpPr>
        <p:spPr>
          <a:xfrm>
            <a:off x="2580491" y="5164517"/>
            <a:ext cx="15848778" cy="25310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72"/>
              </a:spcBef>
              <a:spcAft>
                <a:spcPts val="0"/>
              </a:spcAft>
              <a:buClr>
                <a:schemeClr val="dk1"/>
              </a:buClr>
              <a:buSzPts val="7373"/>
              <a:buNone/>
              <a:defRPr b="1" sz="7373"/>
            </a:lvl1pPr>
            <a:lvl2pPr indent="-228600" lvl="1" marL="914400" algn="l">
              <a:lnSpc>
                <a:spcPct val="90000"/>
              </a:lnSpc>
              <a:spcBef>
                <a:spcPts val="1536"/>
              </a:spcBef>
              <a:spcAft>
                <a:spcPts val="0"/>
              </a:spcAft>
              <a:buClr>
                <a:schemeClr val="dk1"/>
              </a:buClr>
              <a:buSzPts val="6144"/>
              <a:buNone/>
              <a:defRPr b="1" sz="6144"/>
            </a:lvl2pPr>
            <a:lvl3pPr indent="-228600" lvl="2" marL="1371600" algn="l">
              <a:lnSpc>
                <a:spcPct val="90000"/>
              </a:lnSpc>
              <a:spcBef>
                <a:spcPts val="1536"/>
              </a:spcBef>
              <a:spcAft>
                <a:spcPts val="0"/>
              </a:spcAft>
              <a:buClr>
                <a:schemeClr val="dk1"/>
              </a:buClr>
              <a:buSzPts val="5530"/>
              <a:buNone/>
              <a:defRPr b="1" sz="5530"/>
            </a:lvl3pPr>
            <a:lvl4pPr indent="-228600" lvl="3" marL="1828800" algn="l">
              <a:lnSpc>
                <a:spcPct val="90000"/>
              </a:lnSpc>
              <a:spcBef>
                <a:spcPts val="1536"/>
              </a:spcBef>
              <a:spcAft>
                <a:spcPts val="0"/>
              </a:spcAft>
              <a:buClr>
                <a:schemeClr val="dk1"/>
              </a:buClr>
              <a:buSzPts val="4915"/>
              <a:buNone/>
              <a:defRPr b="1" sz="4915"/>
            </a:lvl4pPr>
            <a:lvl5pPr indent="-228600" lvl="4" marL="2286000" algn="l">
              <a:lnSpc>
                <a:spcPct val="90000"/>
              </a:lnSpc>
              <a:spcBef>
                <a:spcPts val="1536"/>
              </a:spcBef>
              <a:spcAft>
                <a:spcPts val="0"/>
              </a:spcAft>
              <a:buClr>
                <a:schemeClr val="dk1"/>
              </a:buClr>
              <a:buSzPts val="4915"/>
              <a:buNone/>
              <a:defRPr b="1" sz="4915"/>
            </a:lvl5pPr>
            <a:lvl6pPr indent="-228600" lvl="5" marL="2743200" algn="l">
              <a:lnSpc>
                <a:spcPct val="90000"/>
              </a:lnSpc>
              <a:spcBef>
                <a:spcPts val="1536"/>
              </a:spcBef>
              <a:spcAft>
                <a:spcPts val="0"/>
              </a:spcAft>
              <a:buClr>
                <a:schemeClr val="dk1"/>
              </a:buClr>
              <a:buSzPts val="4915"/>
              <a:buNone/>
              <a:defRPr b="1" sz="4915"/>
            </a:lvl6pPr>
            <a:lvl7pPr indent="-228600" lvl="6" marL="3200400" algn="l">
              <a:lnSpc>
                <a:spcPct val="90000"/>
              </a:lnSpc>
              <a:spcBef>
                <a:spcPts val="1536"/>
              </a:spcBef>
              <a:spcAft>
                <a:spcPts val="0"/>
              </a:spcAft>
              <a:buClr>
                <a:schemeClr val="dk1"/>
              </a:buClr>
              <a:buSzPts val="4915"/>
              <a:buNone/>
              <a:defRPr b="1" sz="4915"/>
            </a:lvl7pPr>
            <a:lvl8pPr indent="-228600" lvl="7" marL="3657600" algn="l">
              <a:lnSpc>
                <a:spcPct val="90000"/>
              </a:lnSpc>
              <a:spcBef>
                <a:spcPts val="1536"/>
              </a:spcBef>
              <a:spcAft>
                <a:spcPts val="0"/>
              </a:spcAft>
              <a:buClr>
                <a:schemeClr val="dk1"/>
              </a:buClr>
              <a:buSzPts val="4915"/>
              <a:buNone/>
              <a:defRPr b="1" sz="4915"/>
            </a:lvl8pPr>
            <a:lvl9pPr indent="-228600" lvl="8" marL="4114800" algn="l">
              <a:lnSpc>
                <a:spcPct val="90000"/>
              </a:lnSpc>
              <a:spcBef>
                <a:spcPts val="1536"/>
              </a:spcBef>
              <a:spcAft>
                <a:spcPts val="0"/>
              </a:spcAft>
              <a:buClr>
                <a:schemeClr val="dk1"/>
              </a:buClr>
              <a:buSzPts val="4915"/>
              <a:buNone/>
              <a:defRPr b="1" sz="4915"/>
            </a:lvl9pPr>
          </a:lstStyle>
          <a:p/>
        </p:txBody>
      </p:sp>
      <p:sp>
        <p:nvSpPr>
          <p:cNvPr id="59" name="Google Shape;59;p6"/>
          <p:cNvSpPr txBox="1"/>
          <p:nvPr>
            <p:ph idx="2" type="body"/>
          </p:nvPr>
        </p:nvSpPr>
        <p:spPr>
          <a:xfrm>
            <a:off x="2580491" y="7695568"/>
            <a:ext cx="15848778" cy="113190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72"/>
              </a:spcBef>
              <a:spcAft>
                <a:spcPts val="0"/>
              </a:spcAft>
              <a:buClr>
                <a:schemeClr val="dk1"/>
              </a:buClr>
              <a:buSzPts val="1800"/>
              <a:buChar char="•"/>
              <a:defRPr/>
            </a:lvl1pPr>
            <a:lvl2pPr indent="-342900" lvl="1" marL="914400" algn="l">
              <a:lnSpc>
                <a:spcPct val="90000"/>
              </a:lnSpc>
              <a:spcBef>
                <a:spcPts val="1536"/>
              </a:spcBef>
              <a:spcAft>
                <a:spcPts val="0"/>
              </a:spcAft>
              <a:buClr>
                <a:schemeClr val="dk1"/>
              </a:buClr>
              <a:buSzPts val="1800"/>
              <a:buChar char="•"/>
              <a:defRPr/>
            </a:lvl2pPr>
            <a:lvl3pPr indent="-342900" lvl="2" marL="1371600" algn="l">
              <a:lnSpc>
                <a:spcPct val="90000"/>
              </a:lnSpc>
              <a:spcBef>
                <a:spcPts val="1536"/>
              </a:spcBef>
              <a:spcAft>
                <a:spcPts val="0"/>
              </a:spcAft>
              <a:buClr>
                <a:schemeClr val="dk1"/>
              </a:buClr>
              <a:buSzPts val="1800"/>
              <a:buChar char="•"/>
              <a:defRPr/>
            </a:lvl3pPr>
            <a:lvl4pPr indent="-342900" lvl="3" marL="1828800" algn="l">
              <a:lnSpc>
                <a:spcPct val="90000"/>
              </a:lnSpc>
              <a:spcBef>
                <a:spcPts val="1536"/>
              </a:spcBef>
              <a:spcAft>
                <a:spcPts val="0"/>
              </a:spcAft>
              <a:buClr>
                <a:schemeClr val="dk1"/>
              </a:buClr>
              <a:buSzPts val="1800"/>
              <a:buChar char="•"/>
              <a:defRPr/>
            </a:lvl4pPr>
            <a:lvl5pPr indent="-342900" lvl="4" marL="2286000" algn="l">
              <a:lnSpc>
                <a:spcPct val="90000"/>
              </a:lnSpc>
              <a:spcBef>
                <a:spcPts val="1536"/>
              </a:spcBef>
              <a:spcAft>
                <a:spcPts val="0"/>
              </a:spcAft>
              <a:buClr>
                <a:schemeClr val="dk1"/>
              </a:buClr>
              <a:buSzPts val="1800"/>
              <a:buChar char="•"/>
              <a:defRPr/>
            </a:lvl5pPr>
            <a:lvl6pPr indent="-342900" lvl="5" marL="2743200" algn="l">
              <a:lnSpc>
                <a:spcPct val="90000"/>
              </a:lnSpc>
              <a:spcBef>
                <a:spcPts val="1536"/>
              </a:spcBef>
              <a:spcAft>
                <a:spcPts val="0"/>
              </a:spcAft>
              <a:buClr>
                <a:schemeClr val="dk1"/>
              </a:buClr>
              <a:buSzPts val="1800"/>
              <a:buChar char="•"/>
              <a:defRPr/>
            </a:lvl6pPr>
            <a:lvl7pPr indent="-342900" lvl="6" marL="3200400" algn="l">
              <a:lnSpc>
                <a:spcPct val="90000"/>
              </a:lnSpc>
              <a:spcBef>
                <a:spcPts val="1536"/>
              </a:spcBef>
              <a:spcAft>
                <a:spcPts val="0"/>
              </a:spcAft>
              <a:buClr>
                <a:schemeClr val="dk1"/>
              </a:buClr>
              <a:buSzPts val="1800"/>
              <a:buChar char="•"/>
              <a:defRPr/>
            </a:lvl7pPr>
            <a:lvl8pPr indent="-342900" lvl="7" marL="3657600" algn="l">
              <a:lnSpc>
                <a:spcPct val="90000"/>
              </a:lnSpc>
              <a:spcBef>
                <a:spcPts val="1536"/>
              </a:spcBef>
              <a:spcAft>
                <a:spcPts val="0"/>
              </a:spcAft>
              <a:buClr>
                <a:schemeClr val="dk1"/>
              </a:buClr>
              <a:buSzPts val="1800"/>
              <a:buChar char="•"/>
              <a:defRPr/>
            </a:lvl8pPr>
            <a:lvl9pPr indent="-342900" lvl="8" marL="4114800" algn="l">
              <a:lnSpc>
                <a:spcPct val="90000"/>
              </a:lnSpc>
              <a:spcBef>
                <a:spcPts val="1536"/>
              </a:spcBef>
              <a:spcAft>
                <a:spcPts val="0"/>
              </a:spcAft>
              <a:buClr>
                <a:schemeClr val="dk1"/>
              </a:buClr>
              <a:buSzPts val="1800"/>
              <a:buChar char="•"/>
              <a:defRPr/>
            </a:lvl9pPr>
          </a:lstStyle>
          <a:p/>
        </p:txBody>
      </p:sp>
      <p:sp>
        <p:nvSpPr>
          <p:cNvPr id="60" name="Google Shape;60;p6"/>
          <p:cNvSpPr txBox="1"/>
          <p:nvPr>
            <p:ph idx="3" type="body"/>
          </p:nvPr>
        </p:nvSpPr>
        <p:spPr>
          <a:xfrm>
            <a:off x="18965853" y="5164517"/>
            <a:ext cx="15926830" cy="25310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72"/>
              </a:spcBef>
              <a:spcAft>
                <a:spcPts val="0"/>
              </a:spcAft>
              <a:buClr>
                <a:schemeClr val="dk1"/>
              </a:buClr>
              <a:buSzPts val="7373"/>
              <a:buNone/>
              <a:defRPr b="1" sz="7373"/>
            </a:lvl1pPr>
            <a:lvl2pPr indent="-228600" lvl="1" marL="914400" algn="l">
              <a:lnSpc>
                <a:spcPct val="90000"/>
              </a:lnSpc>
              <a:spcBef>
                <a:spcPts val="1536"/>
              </a:spcBef>
              <a:spcAft>
                <a:spcPts val="0"/>
              </a:spcAft>
              <a:buClr>
                <a:schemeClr val="dk1"/>
              </a:buClr>
              <a:buSzPts val="6144"/>
              <a:buNone/>
              <a:defRPr b="1" sz="6144"/>
            </a:lvl2pPr>
            <a:lvl3pPr indent="-228600" lvl="2" marL="1371600" algn="l">
              <a:lnSpc>
                <a:spcPct val="90000"/>
              </a:lnSpc>
              <a:spcBef>
                <a:spcPts val="1536"/>
              </a:spcBef>
              <a:spcAft>
                <a:spcPts val="0"/>
              </a:spcAft>
              <a:buClr>
                <a:schemeClr val="dk1"/>
              </a:buClr>
              <a:buSzPts val="5530"/>
              <a:buNone/>
              <a:defRPr b="1" sz="5530"/>
            </a:lvl3pPr>
            <a:lvl4pPr indent="-228600" lvl="3" marL="1828800" algn="l">
              <a:lnSpc>
                <a:spcPct val="90000"/>
              </a:lnSpc>
              <a:spcBef>
                <a:spcPts val="1536"/>
              </a:spcBef>
              <a:spcAft>
                <a:spcPts val="0"/>
              </a:spcAft>
              <a:buClr>
                <a:schemeClr val="dk1"/>
              </a:buClr>
              <a:buSzPts val="4915"/>
              <a:buNone/>
              <a:defRPr b="1" sz="4915"/>
            </a:lvl4pPr>
            <a:lvl5pPr indent="-228600" lvl="4" marL="2286000" algn="l">
              <a:lnSpc>
                <a:spcPct val="90000"/>
              </a:lnSpc>
              <a:spcBef>
                <a:spcPts val="1536"/>
              </a:spcBef>
              <a:spcAft>
                <a:spcPts val="0"/>
              </a:spcAft>
              <a:buClr>
                <a:schemeClr val="dk1"/>
              </a:buClr>
              <a:buSzPts val="4915"/>
              <a:buNone/>
              <a:defRPr b="1" sz="4915"/>
            </a:lvl5pPr>
            <a:lvl6pPr indent="-228600" lvl="5" marL="2743200" algn="l">
              <a:lnSpc>
                <a:spcPct val="90000"/>
              </a:lnSpc>
              <a:spcBef>
                <a:spcPts val="1536"/>
              </a:spcBef>
              <a:spcAft>
                <a:spcPts val="0"/>
              </a:spcAft>
              <a:buClr>
                <a:schemeClr val="dk1"/>
              </a:buClr>
              <a:buSzPts val="4915"/>
              <a:buNone/>
              <a:defRPr b="1" sz="4915"/>
            </a:lvl6pPr>
            <a:lvl7pPr indent="-228600" lvl="6" marL="3200400" algn="l">
              <a:lnSpc>
                <a:spcPct val="90000"/>
              </a:lnSpc>
              <a:spcBef>
                <a:spcPts val="1536"/>
              </a:spcBef>
              <a:spcAft>
                <a:spcPts val="0"/>
              </a:spcAft>
              <a:buClr>
                <a:schemeClr val="dk1"/>
              </a:buClr>
              <a:buSzPts val="4915"/>
              <a:buNone/>
              <a:defRPr b="1" sz="4915"/>
            </a:lvl7pPr>
            <a:lvl8pPr indent="-228600" lvl="7" marL="3657600" algn="l">
              <a:lnSpc>
                <a:spcPct val="90000"/>
              </a:lnSpc>
              <a:spcBef>
                <a:spcPts val="1536"/>
              </a:spcBef>
              <a:spcAft>
                <a:spcPts val="0"/>
              </a:spcAft>
              <a:buClr>
                <a:schemeClr val="dk1"/>
              </a:buClr>
              <a:buSzPts val="4915"/>
              <a:buNone/>
              <a:defRPr b="1" sz="4915"/>
            </a:lvl8pPr>
            <a:lvl9pPr indent="-228600" lvl="8" marL="4114800" algn="l">
              <a:lnSpc>
                <a:spcPct val="90000"/>
              </a:lnSpc>
              <a:spcBef>
                <a:spcPts val="1536"/>
              </a:spcBef>
              <a:spcAft>
                <a:spcPts val="0"/>
              </a:spcAft>
              <a:buClr>
                <a:schemeClr val="dk1"/>
              </a:buClr>
              <a:buSzPts val="4915"/>
              <a:buNone/>
              <a:defRPr b="1" sz="4915"/>
            </a:lvl9pPr>
          </a:lstStyle>
          <a:p/>
        </p:txBody>
      </p:sp>
      <p:sp>
        <p:nvSpPr>
          <p:cNvPr id="61" name="Google Shape;61;p6"/>
          <p:cNvSpPr txBox="1"/>
          <p:nvPr>
            <p:ph idx="4" type="body"/>
          </p:nvPr>
        </p:nvSpPr>
        <p:spPr>
          <a:xfrm>
            <a:off x="18965853" y="7695568"/>
            <a:ext cx="15926830" cy="113190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72"/>
              </a:spcBef>
              <a:spcAft>
                <a:spcPts val="0"/>
              </a:spcAft>
              <a:buClr>
                <a:schemeClr val="dk1"/>
              </a:buClr>
              <a:buSzPts val="1800"/>
              <a:buChar char="•"/>
              <a:defRPr/>
            </a:lvl1pPr>
            <a:lvl2pPr indent="-342900" lvl="1" marL="914400" algn="l">
              <a:lnSpc>
                <a:spcPct val="90000"/>
              </a:lnSpc>
              <a:spcBef>
                <a:spcPts val="1536"/>
              </a:spcBef>
              <a:spcAft>
                <a:spcPts val="0"/>
              </a:spcAft>
              <a:buClr>
                <a:schemeClr val="dk1"/>
              </a:buClr>
              <a:buSzPts val="1800"/>
              <a:buChar char="•"/>
              <a:defRPr/>
            </a:lvl2pPr>
            <a:lvl3pPr indent="-342900" lvl="2" marL="1371600" algn="l">
              <a:lnSpc>
                <a:spcPct val="90000"/>
              </a:lnSpc>
              <a:spcBef>
                <a:spcPts val="1536"/>
              </a:spcBef>
              <a:spcAft>
                <a:spcPts val="0"/>
              </a:spcAft>
              <a:buClr>
                <a:schemeClr val="dk1"/>
              </a:buClr>
              <a:buSzPts val="1800"/>
              <a:buChar char="•"/>
              <a:defRPr/>
            </a:lvl3pPr>
            <a:lvl4pPr indent="-342900" lvl="3" marL="1828800" algn="l">
              <a:lnSpc>
                <a:spcPct val="90000"/>
              </a:lnSpc>
              <a:spcBef>
                <a:spcPts val="1536"/>
              </a:spcBef>
              <a:spcAft>
                <a:spcPts val="0"/>
              </a:spcAft>
              <a:buClr>
                <a:schemeClr val="dk1"/>
              </a:buClr>
              <a:buSzPts val="1800"/>
              <a:buChar char="•"/>
              <a:defRPr/>
            </a:lvl4pPr>
            <a:lvl5pPr indent="-342900" lvl="4" marL="2286000" algn="l">
              <a:lnSpc>
                <a:spcPct val="90000"/>
              </a:lnSpc>
              <a:spcBef>
                <a:spcPts val="1536"/>
              </a:spcBef>
              <a:spcAft>
                <a:spcPts val="0"/>
              </a:spcAft>
              <a:buClr>
                <a:schemeClr val="dk1"/>
              </a:buClr>
              <a:buSzPts val="1800"/>
              <a:buChar char="•"/>
              <a:defRPr/>
            </a:lvl5pPr>
            <a:lvl6pPr indent="-342900" lvl="5" marL="2743200" algn="l">
              <a:lnSpc>
                <a:spcPct val="90000"/>
              </a:lnSpc>
              <a:spcBef>
                <a:spcPts val="1536"/>
              </a:spcBef>
              <a:spcAft>
                <a:spcPts val="0"/>
              </a:spcAft>
              <a:buClr>
                <a:schemeClr val="dk1"/>
              </a:buClr>
              <a:buSzPts val="1800"/>
              <a:buChar char="•"/>
              <a:defRPr/>
            </a:lvl6pPr>
            <a:lvl7pPr indent="-342900" lvl="6" marL="3200400" algn="l">
              <a:lnSpc>
                <a:spcPct val="90000"/>
              </a:lnSpc>
              <a:spcBef>
                <a:spcPts val="1536"/>
              </a:spcBef>
              <a:spcAft>
                <a:spcPts val="0"/>
              </a:spcAft>
              <a:buClr>
                <a:schemeClr val="dk1"/>
              </a:buClr>
              <a:buSzPts val="1800"/>
              <a:buChar char="•"/>
              <a:defRPr/>
            </a:lvl7pPr>
            <a:lvl8pPr indent="-342900" lvl="7" marL="3657600" algn="l">
              <a:lnSpc>
                <a:spcPct val="90000"/>
              </a:lnSpc>
              <a:spcBef>
                <a:spcPts val="1536"/>
              </a:spcBef>
              <a:spcAft>
                <a:spcPts val="0"/>
              </a:spcAft>
              <a:buClr>
                <a:schemeClr val="dk1"/>
              </a:buClr>
              <a:buSzPts val="1800"/>
              <a:buChar char="•"/>
              <a:defRPr/>
            </a:lvl8pPr>
            <a:lvl9pPr indent="-342900" lvl="8" marL="4114800" algn="l">
              <a:lnSpc>
                <a:spcPct val="90000"/>
              </a:lnSpc>
              <a:spcBef>
                <a:spcPts val="1536"/>
              </a:spcBef>
              <a:spcAft>
                <a:spcPts val="0"/>
              </a:spcAft>
              <a:buClr>
                <a:schemeClr val="dk1"/>
              </a:buClr>
              <a:buSzPts val="1800"/>
              <a:buChar char="•"/>
              <a:defRPr/>
            </a:lvl9pPr>
          </a:lstStyle>
          <a:p/>
        </p:txBody>
      </p:sp>
      <p:sp>
        <p:nvSpPr>
          <p:cNvPr id="62" name="Google Shape;62;p6"/>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7"/>
          <p:cNvSpPr txBox="1"/>
          <p:nvPr>
            <p:ph type="title"/>
          </p:nvPr>
        </p:nvSpPr>
        <p:spPr>
          <a:xfrm>
            <a:off x="2575610" y="1121663"/>
            <a:ext cx="32312194" cy="40721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7"/>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7"/>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8"/>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8"/>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8"/>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9"/>
          <p:cNvSpPr txBox="1"/>
          <p:nvPr>
            <p:ph type="title"/>
          </p:nvPr>
        </p:nvSpPr>
        <p:spPr>
          <a:xfrm>
            <a:off x="2580491" y="1404514"/>
            <a:ext cx="12082925" cy="4915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830"/>
              <a:buFont typeface="Calibri"/>
              <a:buNone/>
              <a:defRPr sz="983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 type="body"/>
          </p:nvPr>
        </p:nvSpPr>
        <p:spPr>
          <a:xfrm>
            <a:off x="15926831" y="3033363"/>
            <a:ext cx="18965853" cy="14971731"/>
          </a:xfrm>
          <a:prstGeom prst="rect">
            <a:avLst/>
          </a:prstGeom>
          <a:noFill/>
          <a:ln>
            <a:noFill/>
          </a:ln>
        </p:spPr>
        <p:txBody>
          <a:bodyPr anchorCtr="0" anchor="t" bIns="45700" lIns="91425" spcFirstLastPara="1" rIns="91425" wrap="square" tIns="45700">
            <a:normAutofit/>
          </a:bodyPr>
          <a:lstStyle>
            <a:lvl1pPr indent="-852805" lvl="0" marL="457200" algn="l">
              <a:lnSpc>
                <a:spcPct val="90000"/>
              </a:lnSpc>
              <a:spcBef>
                <a:spcPts val="3072"/>
              </a:spcBef>
              <a:spcAft>
                <a:spcPts val="0"/>
              </a:spcAft>
              <a:buClr>
                <a:schemeClr val="dk1"/>
              </a:buClr>
              <a:buSzPts val="9830"/>
              <a:buChar char="•"/>
              <a:defRPr sz="9830"/>
            </a:lvl1pPr>
            <a:lvl2pPr indent="-774827" lvl="1" marL="914400" algn="l">
              <a:lnSpc>
                <a:spcPct val="90000"/>
              </a:lnSpc>
              <a:spcBef>
                <a:spcPts val="1536"/>
              </a:spcBef>
              <a:spcAft>
                <a:spcPts val="0"/>
              </a:spcAft>
              <a:buClr>
                <a:schemeClr val="dk1"/>
              </a:buClr>
              <a:buSzPts val="8602"/>
              <a:buChar char="•"/>
              <a:defRPr sz="8602"/>
            </a:lvl2pPr>
            <a:lvl3pPr indent="-696785" lvl="2" marL="1371600" algn="l">
              <a:lnSpc>
                <a:spcPct val="90000"/>
              </a:lnSpc>
              <a:spcBef>
                <a:spcPts val="1536"/>
              </a:spcBef>
              <a:spcAft>
                <a:spcPts val="0"/>
              </a:spcAft>
              <a:buClr>
                <a:schemeClr val="dk1"/>
              </a:buClr>
              <a:buSzPts val="7373"/>
              <a:buChar char="•"/>
              <a:defRPr sz="7373"/>
            </a:lvl3pPr>
            <a:lvl4pPr indent="-618744" lvl="3" marL="1828800" algn="l">
              <a:lnSpc>
                <a:spcPct val="90000"/>
              </a:lnSpc>
              <a:spcBef>
                <a:spcPts val="1536"/>
              </a:spcBef>
              <a:spcAft>
                <a:spcPts val="0"/>
              </a:spcAft>
              <a:buClr>
                <a:schemeClr val="dk1"/>
              </a:buClr>
              <a:buSzPts val="6144"/>
              <a:buChar char="•"/>
              <a:defRPr sz="6144"/>
            </a:lvl4pPr>
            <a:lvl5pPr indent="-618744" lvl="4" marL="2286000" algn="l">
              <a:lnSpc>
                <a:spcPct val="90000"/>
              </a:lnSpc>
              <a:spcBef>
                <a:spcPts val="1536"/>
              </a:spcBef>
              <a:spcAft>
                <a:spcPts val="0"/>
              </a:spcAft>
              <a:buClr>
                <a:schemeClr val="dk1"/>
              </a:buClr>
              <a:buSzPts val="6144"/>
              <a:buChar char="•"/>
              <a:defRPr sz="6144"/>
            </a:lvl5pPr>
            <a:lvl6pPr indent="-618744" lvl="5" marL="2743200" algn="l">
              <a:lnSpc>
                <a:spcPct val="90000"/>
              </a:lnSpc>
              <a:spcBef>
                <a:spcPts val="1536"/>
              </a:spcBef>
              <a:spcAft>
                <a:spcPts val="0"/>
              </a:spcAft>
              <a:buClr>
                <a:schemeClr val="dk1"/>
              </a:buClr>
              <a:buSzPts val="6144"/>
              <a:buChar char="•"/>
              <a:defRPr sz="6144"/>
            </a:lvl6pPr>
            <a:lvl7pPr indent="-618744" lvl="6" marL="3200400" algn="l">
              <a:lnSpc>
                <a:spcPct val="90000"/>
              </a:lnSpc>
              <a:spcBef>
                <a:spcPts val="1536"/>
              </a:spcBef>
              <a:spcAft>
                <a:spcPts val="0"/>
              </a:spcAft>
              <a:buClr>
                <a:schemeClr val="dk1"/>
              </a:buClr>
              <a:buSzPts val="6144"/>
              <a:buChar char="•"/>
              <a:defRPr sz="6144"/>
            </a:lvl7pPr>
            <a:lvl8pPr indent="-618744" lvl="7" marL="3657600" algn="l">
              <a:lnSpc>
                <a:spcPct val="90000"/>
              </a:lnSpc>
              <a:spcBef>
                <a:spcPts val="1536"/>
              </a:spcBef>
              <a:spcAft>
                <a:spcPts val="0"/>
              </a:spcAft>
              <a:buClr>
                <a:schemeClr val="dk1"/>
              </a:buClr>
              <a:buSzPts val="6144"/>
              <a:buChar char="•"/>
              <a:defRPr sz="6144"/>
            </a:lvl8pPr>
            <a:lvl9pPr indent="-618744" lvl="8" marL="4114800" algn="l">
              <a:lnSpc>
                <a:spcPct val="90000"/>
              </a:lnSpc>
              <a:spcBef>
                <a:spcPts val="1536"/>
              </a:spcBef>
              <a:spcAft>
                <a:spcPts val="0"/>
              </a:spcAft>
              <a:buClr>
                <a:schemeClr val="dk1"/>
              </a:buClr>
              <a:buSzPts val="6144"/>
              <a:buChar char="•"/>
              <a:defRPr sz="6144"/>
            </a:lvl9pPr>
          </a:lstStyle>
          <a:p/>
        </p:txBody>
      </p:sp>
      <p:sp>
        <p:nvSpPr>
          <p:cNvPr id="77" name="Google Shape;77;p9"/>
          <p:cNvSpPr txBox="1"/>
          <p:nvPr>
            <p:ph idx="2" type="body"/>
          </p:nvPr>
        </p:nvSpPr>
        <p:spPr>
          <a:xfrm>
            <a:off x="2580491" y="6320315"/>
            <a:ext cx="12082925" cy="117091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72"/>
              </a:spcBef>
              <a:spcAft>
                <a:spcPts val="0"/>
              </a:spcAft>
              <a:buClr>
                <a:schemeClr val="dk1"/>
              </a:buClr>
              <a:buSzPts val="4915"/>
              <a:buNone/>
              <a:defRPr sz="4915"/>
            </a:lvl1pPr>
            <a:lvl2pPr indent="-228600" lvl="1" marL="914400" algn="l">
              <a:lnSpc>
                <a:spcPct val="90000"/>
              </a:lnSpc>
              <a:spcBef>
                <a:spcPts val="1536"/>
              </a:spcBef>
              <a:spcAft>
                <a:spcPts val="0"/>
              </a:spcAft>
              <a:buClr>
                <a:schemeClr val="dk1"/>
              </a:buClr>
              <a:buSzPts val="4301"/>
              <a:buNone/>
              <a:defRPr sz="4301"/>
            </a:lvl2pPr>
            <a:lvl3pPr indent="-228600" lvl="2" marL="1371600" algn="l">
              <a:lnSpc>
                <a:spcPct val="90000"/>
              </a:lnSpc>
              <a:spcBef>
                <a:spcPts val="1536"/>
              </a:spcBef>
              <a:spcAft>
                <a:spcPts val="0"/>
              </a:spcAft>
              <a:buClr>
                <a:schemeClr val="dk1"/>
              </a:buClr>
              <a:buSzPts val="3686"/>
              <a:buNone/>
              <a:defRPr sz="3686"/>
            </a:lvl3pPr>
            <a:lvl4pPr indent="-228600" lvl="3" marL="1828800" algn="l">
              <a:lnSpc>
                <a:spcPct val="90000"/>
              </a:lnSpc>
              <a:spcBef>
                <a:spcPts val="1536"/>
              </a:spcBef>
              <a:spcAft>
                <a:spcPts val="0"/>
              </a:spcAft>
              <a:buClr>
                <a:schemeClr val="dk1"/>
              </a:buClr>
              <a:buSzPts val="3072"/>
              <a:buNone/>
              <a:defRPr sz="3072"/>
            </a:lvl4pPr>
            <a:lvl5pPr indent="-228600" lvl="4" marL="2286000" algn="l">
              <a:lnSpc>
                <a:spcPct val="90000"/>
              </a:lnSpc>
              <a:spcBef>
                <a:spcPts val="1536"/>
              </a:spcBef>
              <a:spcAft>
                <a:spcPts val="0"/>
              </a:spcAft>
              <a:buClr>
                <a:schemeClr val="dk1"/>
              </a:buClr>
              <a:buSzPts val="3072"/>
              <a:buNone/>
              <a:defRPr sz="3072"/>
            </a:lvl5pPr>
            <a:lvl6pPr indent="-228600" lvl="5" marL="2743200" algn="l">
              <a:lnSpc>
                <a:spcPct val="90000"/>
              </a:lnSpc>
              <a:spcBef>
                <a:spcPts val="1536"/>
              </a:spcBef>
              <a:spcAft>
                <a:spcPts val="0"/>
              </a:spcAft>
              <a:buClr>
                <a:schemeClr val="dk1"/>
              </a:buClr>
              <a:buSzPts val="3072"/>
              <a:buNone/>
              <a:defRPr sz="3072"/>
            </a:lvl6pPr>
            <a:lvl7pPr indent="-228600" lvl="6" marL="3200400" algn="l">
              <a:lnSpc>
                <a:spcPct val="90000"/>
              </a:lnSpc>
              <a:spcBef>
                <a:spcPts val="1536"/>
              </a:spcBef>
              <a:spcAft>
                <a:spcPts val="0"/>
              </a:spcAft>
              <a:buClr>
                <a:schemeClr val="dk1"/>
              </a:buClr>
              <a:buSzPts val="3072"/>
              <a:buNone/>
              <a:defRPr sz="3072"/>
            </a:lvl7pPr>
            <a:lvl8pPr indent="-228600" lvl="7" marL="3657600" algn="l">
              <a:lnSpc>
                <a:spcPct val="90000"/>
              </a:lnSpc>
              <a:spcBef>
                <a:spcPts val="1536"/>
              </a:spcBef>
              <a:spcAft>
                <a:spcPts val="0"/>
              </a:spcAft>
              <a:buClr>
                <a:schemeClr val="dk1"/>
              </a:buClr>
              <a:buSzPts val="3072"/>
              <a:buNone/>
              <a:defRPr sz="3072"/>
            </a:lvl8pPr>
            <a:lvl9pPr indent="-228600" lvl="8" marL="4114800" algn="l">
              <a:lnSpc>
                <a:spcPct val="90000"/>
              </a:lnSpc>
              <a:spcBef>
                <a:spcPts val="1536"/>
              </a:spcBef>
              <a:spcAft>
                <a:spcPts val="0"/>
              </a:spcAft>
              <a:buClr>
                <a:schemeClr val="dk1"/>
              </a:buClr>
              <a:buSzPts val="3072"/>
              <a:buNone/>
              <a:defRPr sz="3072"/>
            </a:lvl9pPr>
          </a:lstStyle>
          <a:p/>
        </p:txBody>
      </p:sp>
      <p:sp>
        <p:nvSpPr>
          <p:cNvPr id="78" name="Google Shape;78;p9"/>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9"/>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9"/>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10"/>
          <p:cNvSpPr txBox="1"/>
          <p:nvPr>
            <p:ph type="title"/>
          </p:nvPr>
        </p:nvSpPr>
        <p:spPr>
          <a:xfrm>
            <a:off x="2580491" y="1404514"/>
            <a:ext cx="12082925" cy="4915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830"/>
              <a:buFont typeface="Calibri"/>
              <a:buNone/>
              <a:defRPr sz="983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p:nvPr>
            <p:ph idx="2" type="pic"/>
          </p:nvPr>
        </p:nvSpPr>
        <p:spPr>
          <a:xfrm>
            <a:off x="15926831" y="3033363"/>
            <a:ext cx="18965853" cy="14971731"/>
          </a:xfrm>
          <a:prstGeom prst="rect">
            <a:avLst/>
          </a:prstGeom>
          <a:noFill/>
          <a:ln>
            <a:noFill/>
          </a:ln>
        </p:spPr>
      </p:sp>
      <p:sp>
        <p:nvSpPr>
          <p:cNvPr id="84" name="Google Shape;84;p10"/>
          <p:cNvSpPr txBox="1"/>
          <p:nvPr>
            <p:ph idx="1" type="body"/>
          </p:nvPr>
        </p:nvSpPr>
        <p:spPr>
          <a:xfrm>
            <a:off x="2580491" y="6320315"/>
            <a:ext cx="12082925" cy="117091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72"/>
              </a:spcBef>
              <a:spcAft>
                <a:spcPts val="0"/>
              </a:spcAft>
              <a:buClr>
                <a:schemeClr val="dk1"/>
              </a:buClr>
              <a:buSzPts val="4915"/>
              <a:buNone/>
              <a:defRPr sz="4915"/>
            </a:lvl1pPr>
            <a:lvl2pPr indent="-228600" lvl="1" marL="914400" algn="l">
              <a:lnSpc>
                <a:spcPct val="90000"/>
              </a:lnSpc>
              <a:spcBef>
                <a:spcPts val="1536"/>
              </a:spcBef>
              <a:spcAft>
                <a:spcPts val="0"/>
              </a:spcAft>
              <a:buClr>
                <a:schemeClr val="dk1"/>
              </a:buClr>
              <a:buSzPts val="4301"/>
              <a:buNone/>
              <a:defRPr sz="4301"/>
            </a:lvl2pPr>
            <a:lvl3pPr indent="-228600" lvl="2" marL="1371600" algn="l">
              <a:lnSpc>
                <a:spcPct val="90000"/>
              </a:lnSpc>
              <a:spcBef>
                <a:spcPts val="1536"/>
              </a:spcBef>
              <a:spcAft>
                <a:spcPts val="0"/>
              </a:spcAft>
              <a:buClr>
                <a:schemeClr val="dk1"/>
              </a:buClr>
              <a:buSzPts val="3686"/>
              <a:buNone/>
              <a:defRPr sz="3686"/>
            </a:lvl3pPr>
            <a:lvl4pPr indent="-228600" lvl="3" marL="1828800" algn="l">
              <a:lnSpc>
                <a:spcPct val="90000"/>
              </a:lnSpc>
              <a:spcBef>
                <a:spcPts val="1536"/>
              </a:spcBef>
              <a:spcAft>
                <a:spcPts val="0"/>
              </a:spcAft>
              <a:buClr>
                <a:schemeClr val="dk1"/>
              </a:buClr>
              <a:buSzPts val="3072"/>
              <a:buNone/>
              <a:defRPr sz="3072"/>
            </a:lvl4pPr>
            <a:lvl5pPr indent="-228600" lvl="4" marL="2286000" algn="l">
              <a:lnSpc>
                <a:spcPct val="90000"/>
              </a:lnSpc>
              <a:spcBef>
                <a:spcPts val="1536"/>
              </a:spcBef>
              <a:spcAft>
                <a:spcPts val="0"/>
              </a:spcAft>
              <a:buClr>
                <a:schemeClr val="dk1"/>
              </a:buClr>
              <a:buSzPts val="3072"/>
              <a:buNone/>
              <a:defRPr sz="3072"/>
            </a:lvl5pPr>
            <a:lvl6pPr indent="-228600" lvl="5" marL="2743200" algn="l">
              <a:lnSpc>
                <a:spcPct val="90000"/>
              </a:lnSpc>
              <a:spcBef>
                <a:spcPts val="1536"/>
              </a:spcBef>
              <a:spcAft>
                <a:spcPts val="0"/>
              </a:spcAft>
              <a:buClr>
                <a:schemeClr val="dk1"/>
              </a:buClr>
              <a:buSzPts val="3072"/>
              <a:buNone/>
              <a:defRPr sz="3072"/>
            </a:lvl6pPr>
            <a:lvl7pPr indent="-228600" lvl="6" marL="3200400" algn="l">
              <a:lnSpc>
                <a:spcPct val="90000"/>
              </a:lnSpc>
              <a:spcBef>
                <a:spcPts val="1536"/>
              </a:spcBef>
              <a:spcAft>
                <a:spcPts val="0"/>
              </a:spcAft>
              <a:buClr>
                <a:schemeClr val="dk1"/>
              </a:buClr>
              <a:buSzPts val="3072"/>
              <a:buNone/>
              <a:defRPr sz="3072"/>
            </a:lvl7pPr>
            <a:lvl8pPr indent="-228600" lvl="7" marL="3657600" algn="l">
              <a:lnSpc>
                <a:spcPct val="90000"/>
              </a:lnSpc>
              <a:spcBef>
                <a:spcPts val="1536"/>
              </a:spcBef>
              <a:spcAft>
                <a:spcPts val="0"/>
              </a:spcAft>
              <a:buClr>
                <a:schemeClr val="dk1"/>
              </a:buClr>
              <a:buSzPts val="3072"/>
              <a:buNone/>
              <a:defRPr sz="3072"/>
            </a:lvl8pPr>
            <a:lvl9pPr indent="-228600" lvl="8" marL="4114800" algn="l">
              <a:lnSpc>
                <a:spcPct val="90000"/>
              </a:lnSpc>
              <a:spcBef>
                <a:spcPts val="1536"/>
              </a:spcBef>
              <a:spcAft>
                <a:spcPts val="0"/>
              </a:spcAft>
              <a:buClr>
                <a:schemeClr val="dk1"/>
              </a:buClr>
              <a:buSzPts val="3072"/>
              <a:buNone/>
              <a:defRPr sz="3072"/>
            </a:lvl9pPr>
          </a:lstStyle>
          <a:p/>
        </p:txBody>
      </p:sp>
      <p:sp>
        <p:nvSpPr>
          <p:cNvPr id="85" name="Google Shape;85;p10"/>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1"/>
          <p:cNvSpPr txBox="1"/>
          <p:nvPr>
            <p:ph type="title"/>
          </p:nvPr>
        </p:nvSpPr>
        <p:spPr>
          <a:xfrm>
            <a:off x="2575610" y="1121663"/>
            <a:ext cx="32312194" cy="40721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
          <p:cNvSpPr txBox="1"/>
          <p:nvPr>
            <p:ph idx="1" type="body"/>
          </p:nvPr>
        </p:nvSpPr>
        <p:spPr>
          <a:xfrm rot="5400000">
            <a:off x="12048072" y="-3864159"/>
            <a:ext cx="13367270" cy="323121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72"/>
              </a:spcBef>
              <a:spcAft>
                <a:spcPts val="0"/>
              </a:spcAft>
              <a:buClr>
                <a:schemeClr val="dk1"/>
              </a:buClr>
              <a:buSzPts val="1800"/>
              <a:buChar char="•"/>
              <a:defRPr/>
            </a:lvl1pPr>
            <a:lvl2pPr indent="-342900" lvl="1" marL="914400" algn="l">
              <a:lnSpc>
                <a:spcPct val="90000"/>
              </a:lnSpc>
              <a:spcBef>
                <a:spcPts val="1536"/>
              </a:spcBef>
              <a:spcAft>
                <a:spcPts val="0"/>
              </a:spcAft>
              <a:buClr>
                <a:schemeClr val="dk1"/>
              </a:buClr>
              <a:buSzPts val="1800"/>
              <a:buChar char="•"/>
              <a:defRPr/>
            </a:lvl2pPr>
            <a:lvl3pPr indent="-342900" lvl="2" marL="1371600" algn="l">
              <a:lnSpc>
                <a:spcPct val="90000"/>
              </a:lnSpc>
              <a:spcBef>
                <a:spcPts val="1536"/>
              </a:spcBef>
              <a:spcAft>
                <a:spcPts val="0"/>
              </a:spcAft>
              <a:buClr>
                <a:schemeClr val="dk1"/>
              </a:buClr>
              <a:buSzPts val="1800"/>
              <a:buChar char="•"/>
              <a:defRPr/>
            </a:lvl3pPr>
            <a:lvl4pPr indent="-342900" lvl="3" marL="1828800" algn="l">
              <a:lnSpc>
                <a:spcPct val="90000"/>
              </a:lnSpc>
              <a:spcBef>
                <a:spcPts val="1536"/>
              </a:spcBef>
              <a:spcAft>
                <a:spcPts val="0"/>
              </a:spcAft>
              <a:buClr>
                <a:schemeClr val="dk1"/>
              </a:buClr>
              <a:buSzPts val="1800"/>
              <a:buChar char="•"/>
              <a:defRPr/>
            </a:lvl4pPr>
            <a:lvl5pPr indent="-342900" lvl="4" marL="2286000" algn="l">
              <a:lnSpc>
                <a:spcPct val="90000"/>
              </a:lnSpc>
              <a:spcBef>
                <a:spcPts val="1536"/>
              </a:spcBef>
              <a:spcAft>
                <a:spcPts val="0"/>
              </a:spcAft>
              <a:buClr>
                <a:schemeClr val="dk1"/>
              </a:buClr>
              <a:buSzPts val="1800"/>
              <a:buChar char="•"/>
              <a:defRPr/>
            </a:lvl5pPr>
            <a:lvl6pPr indent="-342900" lvl="5" marL="2743200" algn="l">
              <a:lnSpc>
                <a:spcPct val="90000"/>
              </a:lnSpc>
              <a:spcBef>
                <a:spcPts val="1536"/>
              </a:spcBef>
              <a:spcAft>
                <a:spcPts val="0"/>
              </a:spcAft>
              <a:buClr>
                <a:schemeClr val="dk1"/>
              </a:buClr>
              <a:buSzPts val="1800"/>
              <a:buChar char="•"/>
              <a:defRPr/>
            </a:lvl6pPr>
            <a:lvl7pPr indent="-342900" lvl="6" marL="3200400" algn="l">
              <a:lnSpc>
                <a:spcPct val="90000"/>
              </a:lnSpc>
              <a:spcBef>
                <a:spcPts val="1536"/>
              </a:spcBef>
              <a:spcAft>
                <a:spcPts val="0"/>
              </a:spcAft>
              <a:buClr>
                <a:schemeClr val="dk1"/>
              </a:buClr>
              <a:buSzPts val="1800"/>
              <a:buChar char="•"/>
              <a:defRPr/>
            </a:lvl7pPr>
            <a:lvl8pPr indent="-342900" lvl="7" marL="3657600" algn="l">
              <a:lnSpc>
                <a:spcPct val="90000"/>
              </a:lnSpc>
              <a:spcBef>
                <a:spcPts val="1536"/>
              </a:spcBef>
              <a:spcAft>
                <a:spcPts val="0"/>
              </a:spcAft>
              <a:buClr>
                <a:schemeClr val="dk1"/>
              </a:buClr>
              <a:buSzPts val="1800"/>
              <a:buChar char="•"/>
              <a:defRPr/>
            </a:lvl8pPr>
            <a:lvl9pPr indent="-342900" lvl="8" marL="4114800" algn="l">
              <a:lnSpc>
                <a:spcPct val="90000"/>
              </a:lnSpc>
              <a:spcBef>
                <a:spcPts val="1536"/>
              </a:spcBef>
              <a:spcAft>
                <a:spcPts val="0"/>
              </a:spcAft>
              <a:buClr>
                <a:schemeClr val="dk1"/>
              </a:buClr>
              <a:buSzPts val="1800"/>
              <a:buChar char="•"/>
              <a:defRPr/>
            </a:lvl9pPr>
          </a:lstStyle>
          <a:p/>
        </p:txBody>
      </p:sp>
      <p:sp>
        <p:nvSpPr>
          <p:cNvPr id="91" name="Google Shape;91;p11"/>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1"/>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2"/>
          <p:cNvSpPr txBox="1"/>
          <p:nvPr>
            <p:ph type="title"/>
          </p:nvPr>
        </p:nvSpPr>
        <p:spPr>
          <a:xfrm rot="5400000">
            <a:off x="21921824" y="6009595"/>
            <a:ext cx="17853913" cy="807804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2"/>
          <p:cNvSpPr txBox="1"/>
          <p:nvPr>
            <p:ph idx="1" type="body"/>
          </p:nvPr>
        </p:nvSpPr>
        <p:spPr>
          <a:xfrm rot="5400000">
            <a:off x="5531580" y="-1834307"/>
            <a:ext cx="17853913" cy="237658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72"/>
              </a:spcBef>
              <a:spcAft>
                <a:spcPts val="0"/>
              </a:spcAft>
              <a:buClr>
                <a:schemeClr val="dk1"/>
              </a:buClr>
              <a:buSzPts val="1800"/>
              <a:buChar char="•"/>
              <a:defRPr/>
            </a:lvl1pPr>
            <a:lvl2pPr indent="-342900" lvl="1" marL="914400" algn="l">
              <a:lnSpc>
                <a:spcPct val="90000"/>
              </a:lnSpc>
              <a:spcBef>
                <a:spcPts val="1536"/>
              </a:spcBef>
              <a:spcAft>
                <a:spcPts val="0"/>
              </a:spcAft>
              <a:buClr>
                <a:schemeClr val="dk1"/>
              </a:buClr>
              <a:buSzPts val="1800"/>
              <a:buChar char="•"/>
              <a:defRPr/>
            </a:lvl2pPr>
            <a:lvl3pPr indent="-342900" lvl="2" marL="1371600" algn="l">
              <a:lnSpc>
                <a:spcPct val="90000"/>
              </a:lnSpc>
              <a:spcBef>
                <a:spcPts val="1536"/>
              </a:spcBef>
              <a:spcAft>
                <a:spcPts val="0"/>
              </a:spcAft>
              <a:buClr>
                <a:schemeClr val="dk1"/>
              </a:buClr>
              <a:buSzPts val="1800"/>
              <a:buChar char="•"/>
              <a:defRPr/>
            </a:lvl3pPr>
            <a:lvl4pPr indent="-342900" lvl="3" marL="1828800" algn="l">
              <a:lnSpc>
                <a:spcPct val="90000"/>
              </a:lnSpc>
              <a:spcBef>
                <a:spcPts val="1536"/>
              </a:spcBef>
              <a:spcAft>
                <a:spcPts val="0"/>
              </a:spcAft>
              <a:buClr>
                <a:schemeClr val="dk1"/>
              </a:buClr>
              <a:buSzPts val="1800"/>
              <a:buChar char="•"/>
              <a:defRPr/>
            </a:lvl4pPr>
            <a:lvl5pPr indent="-342900" lvl="4" marL="2286000" algn="l">
              <a:lnSpc>
                <a:spcPct val="90000"/>
              </a:lnSpc>
              <a:spcBef>
                <a:spcPts val="1536"/>
              </a:spcBef>
              <a:spcAft>
                <a:spcPts val="0"/>
              </a:spcAft>
              <a:buClr>
                <a:schemeClr val="dk1"/>
              </a:buClr>
              <a:buSzPts val="1800"/>
              <a:buChar char="•"/>
              <a:defRPr/>
            </a:lvl5pPr>
            <a:lvl6pPr indent="-342900" lvl="5" marL="2743200" algn="l">
              <a:lnSpc>
                <a:spcPct val="90000"/>
              </a:lnSpc>
              <a:spcBef>
                <a:spcPts val="1536"/>
              </a:spcBef>
              <a:spcAft>
                <a:spcPts val="0"/>
              </a:spcAft>
              <a:buClr>
                <a:schemeClr val="dk1"/>
              </a:buClr>
              <a:buSzPts val="1800"/>
              <a:buChar char="•"/>
              <a:defRPr/>
            </a:lvl6pPr>
            <a:lvl7pPr indent="-342900" lvl="6" marL="3200400" algn="l">
              <a:lnSpc>
                <a:spcPct val="90000"/>
              </a:lnSpc>
              <a:spcBef>
                <a:spcPts val="1536"/>
              </a:spcBef>
              <a:spcAft>
                <a:spcPts val="0"/>
              </a:spcAft>
              <a:buClr>
                <a:schemeClr val="dk1"/>
              </a:buClr>
              <a:buSzPts val="1800"/>
              <a:buChar char="•"/>
              <a:defRPr/>
            </a:lvl7pPr>
            <a:lvl8pPr indent="-342900" lvl="7" marL="3657600" algn="l">
              <a:lnSpc>
                <a:spcPct val="90000"/>
              </a:lnSpc>
              <a:spcBef>
                <a:spcPts val="1536"/>
              </a:spcBef>
              <a:spcAft>
                <a:spcPts val="0"/>
              </a:spcAft>
              <a:buClr>
                <a:schemeClr val="dk1"/>
              </a:buClr>
              <a:buSzPts val="1800"/>
              <a:buChar char="•"/>
              <a:defRPr/>
            </a:lvl8pPr>
            <a:lvl9pPr indent="-342900" lvl="8" marL="4114800" algn="l">
              <a:lnSpc>
                <a:spcPct val="90000"/>
              </a:lnSpc>
              <a:spcBef>
                <a:spcPts val="1536"/>
              </a:spcBef>
              <a:spcAft>
                <a:spcPts val="0"/>
              </a:spcAft>
              <a:buClr>
                <a:schemeClr val="dk1"/>
              </a:buClr>
              <a:buSzPts val="1800"/>
              <a:buChar char="•"/>
              <a:defRPr/>
            </a:lvl9pPr>
          </a:lstStyle>
          <a:p/>
        </p:txBody>
      </p:sp>
      <p:sp>
        <p:nvSpPr>
          <p:cNvPr id="97" name="Google Shape;97;p12"/>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2"/>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5.xml"/><Relationship Id="rId10" Type="http://schemas.openxmlformats.org/officeDocument/2006/relationships/slideLayout" Target="../slideLayouts/slideLayout4.xml"/><Relationship Id="rId13" Type="http://schemas.openxmlformats.org/officeDocument/2006/relationships/slideLayout" Target="../slideLayouts/slideLayout7.xml"/><Relationship Id="rId12" Type="http://schemas.openxmlformats.org/officeDocument/2006/relationships/slideLayout" Target="../slideLayouts/slideLayout6.xml"/><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hyperlink" Target="https://www.youtube.com/playlist?list=PLBz4JvE0AKmweXsMNGeyRXgWgN_lj_b5L" TargetMode="External"/><Relationship Id="rId4" Type="http://schemas.openxmlformats.org/officeDocument/2006/relationships/hyperlink" Target="http://www.eposterboards.com/eposterupload/" TargetMode="External"/><Relationship Id="rId9" Type="http://schemas.openxmlformats.org/officeDocument/2006/relationships/slideLayout" Target="../slideLayouts/slideLayout3.xml"/><Relationship Id="rId15" Type="http://schemas.openxmlformats.org/officeDocument/2006/relationships/slideLayout" Target="../slideLayouts/slideLayout9.xml"/><Relationship Id="rId14" Type="http://schemas.openxmlformats.org/officeDocument/2006/relationships/slideLayout" Target="../slideLayouts/slideLayout8.xml"/><Relationship Id="rId17" Type="http://schemas.openxmlformats.org/officeDocument/2006/relationships/slideLayout" Target="../slideLayouts/slideLayout11.xml"/><Relationship Id="rId16" Type="http://schemas.openxmlformats.org/officeDocument/2006/relationships/slideLayout" Target="../slideLayouts/slideLayout10.xml"/><Relationship Id="rId5" Type="http://schemas.openxmlformats.org/officeDocument/2006/relationships/image" Target="../media/image3.png"/><Relationship Id="rId6" Type="http://schemas.openxmlformats.org/officeDocument/2006/relationships/image" Target="../media/image6.png"/><Relationship Id="rId18" Type="http://schemas.openxmlformats.org/officeDocument/2006/relationships/theme" Target="../theme/theme2.xml"/><Relationship Id="rId7" Type="http://schemas.openxmlformats.org/officeDocument/2006/relationships/slideLayout" Target="../slideLayouts/slideLayout1.xml"/><Relationship Id="rId8"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3000">
              <a:srgbClr val="FAFAFA"/>
            </a:gs>
            <a:gs pos="40000">
              <a:srgbClr val="CECECE"/>
            </a:gs>
            <a:gs pos="100000">
              <a:srgbClr val="CECECE"/>
            </a:gs>
          </a:gsLst>
          <a:lin ang="5400000"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575610" y="1121663"/>
            <a:ext cx="32312194" cy="407211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517"/>
              <a:buFont typeface="Calibri"/>
              <a:buNone/>
              <a:defRPr b="0" i="0" sz="13517"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2575610" y="5608303"/>
            <a:ext cx="32312194" cy="13367270"/>
          </a:xfrm>
          <a:prstGeom prst="rect">
            <a:avLst/>
          </a:prstGeom>
          <a:noFill/>
          <a:ln>
            <a:noFill/>
          </a:ln>
        </p:spPr>
        <p:txBody>
          <a:bodyPr anchorCtr="0" anchor="t" bIns="45700" lIns="91425" spcFirstLastPara="1" rIns="91425" wrap="square" tIns="45700">
            <a:normAutofit/>
          </a:bodyPr>
          <a:lstStyle>
            <a:lvl1pPr indent="-774827" lvl="0" marL="457200" marR="0" rtl="0" algn="l">
              <a:lnSpc>
                <a:spcPct val="90000"/>
              </a:lnSpc>
              <a:spcBef>
                <a:spcPts val="3072"/>
              </a:spcBef>
              <a:spcAft>
                <a:spcPts val="0"/>
              </a:spcAft>
              <a:buClr>
                <a:schemeClr val="dk1"/>
              </a:buClr>
              <a:buSzPts val="8602"/>
              <a:buFont typeface="Arial"/>
              <a:buChar char="•"/>
              <a:defRPr b="0" i="0" sz="8602" u="none" cap="none" strike="noStrike">
                <a:solidFill>
                  <a:schemeClr val="dk1"/>
                </a:solidFill>
                <a:latin typeface="Calibri"/>
                <a:ea typeface="Calibri"/>
                <a:cs typeface="Calibri"/>
                <a:sym typeface="Calibri"/>
              </a:defRPr>
            </a:lvl1pPr>
            <a:lvl2pPr indent="-696785" lvl="1" marL="914400" marR="0" rtl="0" algn="l">
              <a:lnSpc>
                <a:spcPct val="90000"/>
              </a:lnSpc>
              <a:spcBef>
                <a:spcPts val="1536"/>
              </a:spcBef>
              <a:spcAft>
                <a:spcPts val="0"/>
              </a:spcAft>
              <a:buClr>
                <a:schemeClr val="dk1"/>
              </a:buClr>
              <a:buSzPts val="7373"/>
              <a:buFont typeface="Arial"/>
              <a:buChar char="•"/>
              <a:defRPr b="0" i="0" sz="7373" u="none" cap="none" strike="noStrike">
                <a:solidFill>
                  <a:schemeClr val="dk1"/>
                </a:solidFill>
                <a:latin typeface="Calibri"/>
                <a:ea typeface="Calibri"/>
                <a:cs typeface="Calibri"/>
                <a:sym typeface="Calibri"/>
              </a:defRPr>
            </a:lvl2pPr>
            <a:lvl3pPr indent="-618744" lvl="2" marL="1371600" marR="0" rtl="0" algn="l">
              <a:lnSpc>
                <a:spcPct val="90000"/>
              </a:lnSpc>
              <a:spcBef>
                <a:spcPts val="1536"/>
              </a:spcBef>
              <a:spcAft>
                <a:spcPts val="0"/>
              </a:spcAft>
              <a:buClr>
                <a:schemeClr val="dk1"/>
              </a:buClr>
              <a:buSzPts val="6144"/>
              <a:buFont typeface="Arial"/>
              <a:buChar char="•"/>
              <a:defRPr b="0" i="0" sz="6144" u="none" cap="none" strike="noStrike">
                <a:solidFill>
                  <a:schemeClr val="dk1"/>
                </a:solidFill>
                <a:latin typeface="Calibri"/>
                <a:ea typeface="Calibri"/>
                <a:cs typeface="Calibri"/>
                <a:sym typeface="Calibri"/>
              </a:defRPr>
            </a:lvl3pPr>
            <a:lvl4pPr indent="-579755" lvl="3" marL="1828800" marR="0" rtl="0" algn="l">
              <a:lnSpc>
                <a:spcPct val="90000"/>
              </a:lnSpc>
              <a:spcBef>
                <a:spcPts val="1536"/>
              </a:spcBef>
              <a:spcAft>
                <a:spcPts val="0"/>
              </a:spcAft>
              <a:buClr>
                <a:schemeClr val="dk1"/>
              </a:buClr>
              <a:buSzPts val="5530"/>
              <a:buFont typeface="Arial"/>
              <a:buChar char="•"/>
              <a:defRPr b="0" i="0" sz="5530" u="none" cap="none" strike="noStrike">
                <a:solidFill>
                  <a:schemeClr val="dk1"/>
                </a:solidFill>
                <a:latin typeface="Calibri"/>
                <a:ea typeface="Calibri"/>
                <a:cs typeface="Calibri"/>
                <a:sym typeface="Calibri"/>
              </a:defRPr>
            </a:lvl4pPr>
            <a:lvl5pPr indent="-579754" lvl="4" marL="2286000" marR="0" rtl="0" algn="l">
              <a:lnSpc>
                <a:spcPct val="90000"/>
              </a:lnSpc>
              <a:spcBef>
                <a:spcPts val="1536"/>
              </a:spcBef>
              <a:spcAft>
                <a:spcPts val="0"/>
              </a:spcAft>
              <a:buClr>
                <a:schemeClr val="dk1"/>
              </a:buClr>
              <a:buSzPts val="5530"/>
              <a:buFont typeface="Arial"/>
              <a:buChar char="•"/>
              <a:defRPr b="0" i="0" sz="5530" u="none" cap="none" strike="noStrike">
                <a:solidFill>
                  <a:schemeClr val="dk1"/>
                </a:solidFill>
                <a:latin typeface="Calibri"/>
                <a:ea typeface="Calibri"/>
                <a:cs typeface="Calibri"/>
                <a:sym typeface="Calibri"/>
              </a:defRPr>
            </a:lvl5pPr>
            <a:lvl6pPr indent="-579754" lvl="5" marL="2743200" marR="0" rtl="0" algn="l">
              <a:lnSpc>
                <a:spcPct val="90000"/>
              </a:lnSpc>
              <a:spcBef>
                <a:spcPts val="1536"/>
              </a:spcBef>
              <a:spcAft>
                <a:spcPts val="0"/>
              </a:spcAft>
              <a:buClr>
                <a:schemeClr val="dk1"/>
              </a:buClr>
              <a:buSzPts val="5530"/>
              <a:buFont typeface="Arial"/>
              <a:buChar char="•"/>
              <a:defRPr b="0" i="0" sz="5530" u="none" cap="none" strike="noStrike">
                <a:solidFill>
                  <a:schemeClr val="dk1"/>
                </a:solidFill>
                <a:latin typeface="Calibri"/>
                <a:ea typeface="Calibri"/>
                <a:cs typeface="Calibri"/>
                <a:sym typeface="Calibri"/>
              </a:defRPr>
            </a:lvl6pPr>
            <a:lvl7pPr indent="-579754" lvl="6" marL="3200400" marR="0" rtl="0" algn="l">
              <a:lnSpc>
                <a:spcPct val="90000"/>
              </a:lnSpc>
              <a:spcBef>
                <a:spcPts val="1536"/>
              </a:spcBef>
              <a:spcAft>
                <a:spcPts val="0"/>
              </a:spcAft>
              <a:buClr>
                <a:schemeClr val="dk1"/>
              </a:buClr>
              <a:buSzPts val="5530"/>
              <a:buFont typeface="Arial"/>
              <a:buChar char="•"/>
              <a:defRPr b="0" i="0" sz="5530" u="none" cap="none" strike="noStrike">
                <a:solidFill>
                  <a:schemeClr val="dk1"/>
                </a:solidFill>
                <a:latin typeface="Calibri"/>
                <a:ea typeface="Calibri"/>
                <a:cs typeface="Calibri"/>
                <a:sym typeface="Calibri"/>
              </a:defRPr>
            </a:lvl7pPr>
            <a:lvl8pPr indent="-579754" lvl="7" marL="3657600" marR="0" rtl="0" algn="l">
              <a:lnSpc>
                <a:spcPct val="90000"/>
              </a:lnSpc>
              <a:spcBef>
                <a:spcPts val="1536"/>
              </a:spcBef>
              <a:spcAft>
                <a:spcPts val="0"/>
              </a:spcAft>
              <a:buClr>
                <a:schemeClr val="dk1"/>
              </a:buClr>
              <a:buSzPts val="5530"/>
              <a:buFont typeface="Arial"/>
              <a:buChar char="•"/>
              <a:defRPr b="0" i="0" sz="5530" u="none" cap="none" strike="noStrike">
                <a:solidFill>
                  <a:schemeClr val="dk1"/>
                </a:solidFill>
                <a:latin typeface="Calibri"/>
                <a:ea typeface="Calibri"/>
                <a:cs typeface="Calibri"/>
                <a:sym typeface="Calibri"/>
              </a:defRPr>
            </a:lvl8pPr>
            <a:lvl9pPr indent="-579754" lvl="8" marL="4114800" marR="0" rtl="0" algn="l">
              <a:lnSpc>
                <a:spcPct val="90000"/>
              </a:lnSpc>
              <a:spcBef>
                <a:spcPts val="1536"/>
              </a:spcBef>
              <a:spcAft>
                <a:spcPts val="0"/>
              </a:spcAft>
              <a:buClr>
                <a:schemeClr val="dk1"/>
              </a:buClr>
              <a:buSzPts val="5530"/>
              <a:buFont typeface="Arial"/>
              <a:buChar char="•"/>
              <a:defRPr b="0" i="0" sz="553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575610" y="19526651"/>
            <a:ext cx="8429268" cy="112166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86"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2409756" y="19526651"/>
            <a:ext cx="12643902" cy="1121661"/>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86"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553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26458536" y="19526651"/>
            <a:ext cx="8429268" cy="1121661"/>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3686"/>
              <a:buFont typeface="Arial"/>
              <a:buNone/>
              <a:defRPr b="0" i="0" sz="368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grpSp>
        <p:nvGrpSpPr>
          <p:cNvPr id="15" name="Google Shape;15;p1"/>
          <p:cNvGrpSpPr/>
          <p:nvPr/>
        </p:nvGrpSpPr>
        <p:grpSpPr>
          <a:xfrm>
            <a:off x="37690262" y="-35559"/>
            <a:ext cx="9441535" cy="21103016"/>
            <a:chOff x="44157837" y="-55065"/>
            <a:chExt cx="11062138" cy="32973464"/>
          </a:xfrm>
        </p:grpSpPr>
        <p:sp>
          <p:nvSpPr>
            <p:cNvPr id="16" name="Google Shape;16;p1"/>
            <p:cNvSpPr/>
            <p:nvPr/>
          </p:nvSpPr>
          <p:spPr>
            <a:xfrm>
              <a:off x="44157837" y="-55065"/>
              <a:ext cx="11062138" cy="32973464"/>
            </a:xfrm>
            <a:prstGeom prst="rect">
              <a:avLst/>
            </a:prstGeom>
            <a:solidFill>
              <a:srgbClr val="0C0C0C"/>
            </a:solidFill>
            <a:ln>
              <a:noFill/>
            </a:ln>
          </p:spPr>
          <p:txBody>
            <a:bodyPr anchorCtr="0" anchor="t" bIns="0" lIns="357700" spcFirstLastPara="1" rIns="357700" wrap="square" tIns="357700">
              <a:noAutofit/>
            </a:bodyPr>
            <a:lstStyle/>
            <a:p>
              <a:pPr indent="0" lvl="0" marL="0" marR="0" rtl="0" algn="ctr">
                <a:lnSpc>
                  <a:spcPct val="100000"/>
                </a:lnSpc>
                <a:spcBef>
                  <a:spcPts val="0"/>
                </a:spcBef>
                <a:spcAft>
                  <a:spcPts val="0"/>
                </a:spcAft>
                <a:buClr>
                  <a:schemeClr val="lt1"/>
                </a:buClr>
                <a:buSzPts val="775"/>
                <a:buFont typeface="Arial"/>
                <a:buNone/>
              </a:pPr>
              <a:r>
                <a:rPr b="1" i="0" lang="en-CA" sz="3100" u="none" cap="none" strike="noStrike">
                  <a:solidFill>
                    <a:schemeClr val="lt1"/>
                  </a:solidFill>
                  <a:latin typeface="Arial"/>
                  <a:ea typeface="Arial"/>
                  <a:cs typeface="Arial"/>
                  <a:sym typeface="Arial"/>
                </a:rPr>
                <a:t>QUICK START (cont.)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Calibri"/>
                <a:buNone/>
              </a:pPr>
              <a:r>
                <a:t/>
              </a:r>
              <a:endParaRPr b="1" i="0" sz="2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How to change the template color theme</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You can easily change the color theme of your poster by going to the THEMES menu, select from THEME OPTIONS, and choose the color theme of your choice. You can also customize your own color theme.</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You can also manually change the color of your background by going to FORMAT, click on THEME COLORS, or SLIDE BACKGROUND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How to add Text</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The template comes with a number of pre-formatted placeholders for headers and text blocks. You can add more blocks by copying and pasting the existing ones or by adding a text box from the HOME menu. </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ctr">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 </a:t>
              </a:r>
              <a:r>
                <a:rPr b="1" i="0" lang="en-CA" sz="2500" u="none" cap="none" strike="noStrike">
                  <a:solidFill>
                    <a:srgbClr val="FFC000"/>
                  </a:solidFill>
                  <a:latin typeface="Arial"/>
                  <a:ea typeface="Arial"/>
                  <a:cs typeface="Arial"/>
                  <a:sym typeface="Arial"/>
                </a:rPr>
                <a:t>Text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Adjust the size of your text based on how much content you have to present. The default template text offers a good starting point. The text should not be less than 28 points.</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How to add Tables</a:t>
              </a:r>
              <a:endParaRPr b="0" i="0" sz="1400" u="none" cap="none" strike="noStrike">
                <a:solidFill>
                  <a:srgbClr val="000000"/>
                </a:solidFill>
                <a:latin typeface="Arial"/>
                <a:ea typeface="Arial"/>
                <a:cs typeface="Arial"/>
                <a:sym typeface="Arial"/>
              </a:endParaRPr>
            </a:p>
            <a:p>
              <a:pPr indent="-12700" lvl="1" marL="135890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To add a table from scratch go to the INSERT menu and </a:t>
              </a:r>
              <a:br>
                <a:rPr b="0" i="0" lang="en-CA" sz="1900" u="none" cap="none" strike="noStrike">
                  <a:solidFill>
                    <a:srgbClr val="BFBFBF"/>
                  </a:solidFill>
                  <a:latin typeface="Arial"/>
                  <a:ea typeface="Arial"/>
                  <a:cs typeface="Arial"/>
                  <a:sym typeface="Arial"/>
                </a:rPr>
              </a:br>
              <a:r>
                <a:rPr b="0" i="0" lang="en-CA" sz="1900" u="none" cap="none" strike="noStrike">
                  <a:solidFill>
                    <a:srgbClr val="BFBFBF"/>
                  </a:solidFill>
                  <a:latin typeface="Arial"/>
                  <a:ea typeface="Arial"/>
                  <a:cs typeface="Arial"/>
                  <a:sym typeface="Arial"/>
                </a:rPr>
                <a:t>click on TABLE. A drop-down box will help you select rows and columns.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You can also copy and a paste a table from Word or another PowerPoint document. A pasted table may need to be re-formatted by RIGHT-CLICK &gt; FORMAT SHAPE, TEXT BOX, Margins.. If you are adding a table from excel, always insert as an image.</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Graphs / Charts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You will have to convert your graphs/charts/formulas/equations into images such as a .png file and insert them into your presentation.  This will help maintain the values as different operating systems can distort your work.</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Save your work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Save your template as a  lastname.firstname and as a .pptx file.</a:t>
              </a:r>
              <a:endParaRPr b="0" i="0" sz="1900" u="none" cap="none" strike="noStrike">
                <a:solidFill>
                  <a:srgbClr val="BFBFBF"/>
                </a:solidFill>
                <a:latin typeface="Arial"/>
                <a:ea typeface="Arial"/>
                <a:cs typeface="Arial"/>
                <a:sym typeface="Arial"/>
              </a:endParaRPr>
            </a:p>
          </p:txBody>
        </p:sp>
        <p:pic>
          <p:nvPicPr>
            <p:cNvPr id="17" name="Google Shape;17;p1"/>
            <p:cNvPicPr preferRelativeResize="0"/>
            <p:nvPr/>
          </p:nvPicPr>
          <p:blipFill rotWithShape="1">
            <a:blip r:embed="rId1">
              <a:alphaModFix/>
            </a:blip>
            <a:srcRect b="0" l="0" r="0" t="0"/>
            <a:stretch/>
          </p:blipFill>
          <p:spPr>
            <a:xfrm>
              <a:off x="46915678" y="4126940"/>
              <a:ext cx="5586150" cy="2063772"/>
            </a:xfrm>
            <a:prstGeom prst="rect">
              <a:avLst/>
            </a:prstGeom>
            <a:noFill/>
            <a:ln>
              <a:noFill/>
            </a:ln>
          </p:spPr>
        </p:pic>
        <p:pic>
          <p:nvPicPr>
            <p:cNvPr id="18" name="Google Shape;18;p1"/>
            <p:cNvPicPr preferRelativeResize="0"/>
            <p:nvPr/>
          </p:nvPicPr>
          <p:blipFill rotWithShape="1">
            <a:blip r:embed="rId2">
              <a:alphaModFix/>
            </a:blip>
            <a:srcRect b="0" l="0" r="0" t="0"/>
            <a:stretch/>
          </p:blipFill>
          <p:spPr>
            <a:xfrm>
              <a:off x="44461657" y="14000842"/>
              <a:ext cx="1482266" cy="992161"/>
            </a:xfrm>
            <a:prstGeom prst="rect">
              <a:avLst/>
            </a:prstGeom>
            <a:noFill/>
            <a:ln>
              <a:noFill/>
            </a:ln>
          </p:spPr>
        </p:pic>
        <p:sp>
          <p:nvSpPr>
            <p:cNvPr id="19" name="Google Shape;19;p1"/>
            <p:cNvSpPr txBox="1"/>
            <p:nvPr/>
          </p:nvSpPr>
          <p:spPr>
            <a:xfrm>
              <a:off x="48310849" y="31518246"/>
              <a:ext cx="6870973" cy="1400153"/>
            </a:xfrm>
            <a:prstGeom prst="rect">
              <a:avLst/>
            </a:prstGeom>
            <a:noFill/>
            <a:ln>
              <a:noFill/>
            </a:ln>
          </p:spPr>
          <p:txBody>
            <a:bodyPr anchorCtr="0" anchor="t" bIns="25550" lIns="51100" spcFirstLastPara="1" rIns="51100" wrap="square" tIns="25550">
              <a:noAutofit/>
            </a:bodyPr>
            <a:lstStyle/>
            <a:p>
              <a:pPr indent="0" lvl="0" marL="0" marR="0" rtl="0" algn="r">
                <a:lnSpc>
                  <a:spcPct val="92857"/>
                </a:lnSpc>
                <a:spcBef>
                  <a:spcPts val="0"/>
                </a:spcBef>
                <a:spcAft>
                  <a:spcPts val="0"/>
                </a:spcAft>
                <a:buClr>
                  <a:schemeClr val="lt1"/>
                </a:buClr>
                <a:buSzPts val="550"/>
                <a:buFont typeface="Arial"/>
                <a:buNone/>
              </a:pPr>
              <a:r>
                <a:rPr b="0" i="0" lang="en-CA" sz="2200" u="none" cap="none" strike="noStrike">
                  <a:solidFill>
                    <a:schemeClr val="lt1"/>
                  </a:solidFill>
                  <a:latin typeface="Arial"/>
                  <a:ea typeface="Arial"/>
                  <a:cs typeface="Arial"/>
                  <a:sym typeface="Arial"/>
                </a:rPr>
                <a:t>This is an ePosterBoards template</a:t>
              </a:r>
              <a:endParaRPr b="0" i="0" sz="1900" u="none" cap="none" strike="noStrike">
                <a:solidFill>
                  <a:schemeClr val="lt1"/>
                </a:solidFill>
                <a:latin typeface="Arial"/>
                <a:ea typeface="Arial"/>
                <a:cs typeface="Arial"/>
                <a:sym typeface="Arial"/>
              </a:endParaRPr>
            </a:p>
            <a:p>
              <a:pPr indent="0" lvl="0" marL="0" marR="0" rtl="0" algn="r">
                <a:lnSpc>
                  <a:spcPct val="108333"/>
                </a:lnSpc>
                <a:spcBef>
                  <a:spcPts val="0"/>
                </a:spcBef>
                <a:spcAft>
                  <a:spcPts val="0"/>
                </a:spcAft>
                <a:buClr>
                  <a:schemeClr val="lt1"/>
                </a:buClr>
                <a:buSzPts val="475"/>
                <a:buFont typeface="Arial"/>
                <a:buNone/>
              </a:pPr>
              <a:r>
                <a:rPr b="0" i="0" lang="en-CA" sz="1900" u="none" cap="none" strike="noStrike">
                  <a:solidFill>
                    <a:schemeClr val="lt1"/>
                  </a:solidFill>
                  <a:latin typeface="Arial"/>
                  <a:ea typeface="Arial"/>
                  <a:cs typeface="Arial"/>
                  <a:sym typeface="Arial"/>
                </a:rPr>
                <a:t>   www.eposterboards.com</a:t>
              </a:r>
              <a:endParaRPr b="1" i="0" sz="1900" u="none" cap="none" strike="noStrike">
                <a:solidFill>
                  <a:srgbClr val="FFFF00"/>
                </a:solidFill>
                <a:latin typeface="Arial"/>
                <a:ea typeface="Arial"/>
                <a:cs typeface="Arial"/>
                <a:sym typeface="Arial"/>
              </a:endParaRPr>
            </a:p>
          </p:txBody>
        </p:sp>
      </p:grpSp>
      <p:grpSp>
        <p:nvGrpSpPr>
          <p:cNvPr id="20" name="Google Shape;20;p1"/>
          <p:cNvGrpSpPr/>
          <p:nvPr/>
        </p:nvGrpSpPr>
        <p:grpSpPr>
          <a:xfrm>
            <a:off x="-9580742" y="0"/>
            <a:ext cx="9404602" cy="21067776"/>
            <a:chOff x="-11225189" y="0"/>
            <a:chExt cx="11018866" cy="32918400"/>
          </a:xfrm>
        </p:grpSpPr>
        <p:sp>
          <p:nvSpPr>
            <p:cNvPr id="21" name="Google Shape;21;p1"/>
            <p:cNvSpPr/>
            <p:nvPr/>
          </p:nvSpPr>
          <p:spPr>
            <a:xfrm>
              <a:off x="-11215664" y="0"/>
              <a:ext cx="11009341" cy="32918400"/>
            </a:xfrm>
            <a:prstGeom prst="rect">
              <a:avLst/>
            </a:prstGeom>
            <a:solidFill>
              <a:srgbClr val="0C0C0C"/>
            </a:solidFill>
            <a:ln>
              <a:noFill/>
            </a:ln>
          </p:spPr>
          <p:txBody>
            <a:bodyPr anchorCtr="0" anchor="t" bIns="0" lIns="357700" spcFirstLastPara="1" rIns="357700" wrap="square" tIns="357700">
              <a:noAutofit/>
            </a:bodyPr>
            <a:lstStyle/>
            <a:p>
              <a:pPr indent="0" lvl="0" marL="0" marR="0" rtl="0" algn="ctr">
                <a:lnSpc>
                  <a:spcPct val="100000"/>
                </a:lnSpc>
                <a:spcBef>
                  <a:spcPts val="0"/>
                </a:spcBef>
                <a:spcAft>
                  <a:spcPts val="0"/>
                </a:spcAft>
                <a:buClr>
                  <a:srgbClr val="FF0000"/>
                </a:buClr>
                <a:buSzPts val="625"/>
                <a:buFont typeface="Arial"/>
                <a:buNone/>
              </a:pPr>
              <a:r>
                <a:rPr b="1" i="0" lang="en-CA" sz="2500" u="none" cap="none" strike="noStrike">
                  <a:solidFill>
                    <a:srgbClr val="FF0000"/>
                  </a:solidFill>
                  <a:latin typeface="Arial"/>
                  <a:ea typeface="Arial"/>
                  <a:cs typeface="Arial"/>
                  <a:sym typeface="Arial"/>
                </a:rPr>
                <a:t>(—THIS SIDEBAR DOES NOT SHOW—)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775"/>
                <a:buFont typeface="Arial"/>
                <a:buNone/>
              </a:pPr>
              <a:r>
                <a:rPr b="1" i="0" lang="en-CA" sz="3100" u="none" cap="none" strike="noStrike">
                  <a:solidFill>
                    <a:schemeClr val="lt1"/>
                  </a:solidFill>
                  <a:latin typeface="Arial"/>
                  <a:ea typeface="Arial"/>
                  <a:cs typeface="Arial"/>
                  <a:sym typeface="Arial"/>
                </a:rPr>
                <a:t>DESIGN GUIDE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550"/>
                <a:buFont typeface="Arial"/>
                <a:buNone/>
              </a:pPr>
              <a:r>
                <a:rPr b="0" i="0" lang="en-CA" sz="2200" u="none" cap="none" strike="noStrike">
                  <a:solidFill>
                    <a:srgbClr val="FFFFFF"/>
                  </a:solidFill>
                  <a:latin typeface="Arial"/>
                  <a:ea typeface="Arial"/>
                  <a:cs typeface="Arial"/>
                  <a:sym typeface="Arial"/>
                </a:rPr>
                <a:t>This PowerPoint 2011 template produces a 40.97 inches by 23.04 inches presentation poster. You can use it to create your research poster and save valuable time placing titles, subtitles, text, and graphics.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550"/>
                <a:buFont typeface="Arial"/>
                <a:buNone/>
              </a:pPr>
              <a:r>
                <a:rPr b="0" i="0" lang="en-CA" sz="2200" u="none" cap="none" strike="noStrike">
                  <a:solidFill>
                    <a:srgbClr val="FFFFFF"/>
                  </a:solidFill>
                  <a:latin typeface="Arial"/>
                  <a:ea typeface="Arial"/>
                  <a:cs typeface="Arial"/>
                  <a:sym typeface="Arial"/>
                </a:rPr>
                <a:t>We provide a series of YouTube tutorials that will guide you through the poster design process and answer your poster production questions. To view our template tutorials, go online to </a:t>
              </a:r>
              <a:r>
                <a:rPr b="0" i="0" lang="en-CA" sz="2200" u="sng" cap="none" strike="noStrike">
                  <a:solidFill>
                    <a:srgbClr val="FFFFFF"/>
                  </a:solidFill>
                  <a:latin typeface="Arial"/>
                  <a:ea typeface="Arial"/>
                  <a:cs typeface="Arial"/>
                  <a:sym typeface="Arial"/>
                  <a:hlinkClick r:id="rId3">
                    <a:extLst>
                      <a:ext uri="{A12FA001-AC4F-418D-AE19-62706E023703}">
                        <ahyp:hlinkClr val="tx"/>
                      </a:ext>
                    </a:extLst>
                  </a:hlinkClick>
                </a:rPr>
                <a:t>https://www.youtube.com/playlist?list=PLBz4JvE0AKmweXsMNGeyRXgWgN_lj_b5L</a:t>
              </a:r>
              <a:endParaRPr b="0" i="0" sz="2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550"/>
                <a:buFont typeface="Arial"/>
                <a:buNone/>
              </a:pPr>
              <a:r>
                <a:rPr b="0" i="0" lang="en-CA" sz="2200" u="none" cap="none" strike="noStrike">
                  <a:solidFill>
                    <a:schemeClr val="lt1"/>
                  </a:solidFill>
                  <a:latin typeface="Arial"/>
                  <a:ea typeface="Arial"/>
                  <a:cs typeface="Arial"/>
                  <a:sym typeface="Arial"/>
                </a:rPr>
                <a:t>If you are uploading ahead of time, please go to our website: </a:t>
              </a:r>
              <a:br>
                <a:rPr b="0" i="0" lang="en-CA" sz="2200" u="none" cap="none" strike="noStrike">
                  <a:solidFill>
                    <a:schemeClr val="lt1"/>
                  </a:solidFill>
                  <a:latin typeface="Arial"/>
                  <a:ea typeface="Arial"/>
                  <a:cs typeface="Arial"/>
                  <a:sym typeface="Arial"/>
                </a:rPr>
              </a:br>
              <a:r>
                <a:rPr b="0" i="0" lang="en-CA" sz="2200" u="sng" cap="none" strike="noStrike">
                  <a:solidFill>
                    <a:schemeClr val="lt1"/>
                  </a:solidFill>
                  <a:latin typeface="Arial"/>
                  <a:ea typeface="Arial"/>
                  <a:cs typeface="Arial"/>
                  <a:sym typeface="Arial"/>
                  <a:hlinkClick r:id="rId4">
                    <a:extLst>
                      <a:ext uri="{A12FA001-AC4F-418D-AE19-62706E023703}">
                        <ahyp:hlinkClr val="tx"/>
                      </a:ext>
                    </a:extLst>
                  </a:hlinkClick>
                </a:rPr>
                <a:t>http://www.eposterboards.com/eposterupload/</a:t>
              </a:r>
              <a:endParaRPr b="0"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550"/>
                <a:buFont typeface="Calibri"/>
                <a:buNone/>
              </a:pPr>
              <a:r>
                <a:t/>
              </a:r>
              <a:endParaRPr b="0"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550"/>
                <a:buFont typeface="Arial"/>
                <a:buNone/>
              </a:pPr>
              <a:r>
                <a:rPr b="0" i="0" lang="en-CA" sz="2200" u="none" cap="none" strike="noStrike">
                  <a:solidFill>
                    <a:schemeClr val="lt1"/>
                  </a:solidFill>
                  <a:latin typeface="Arial"/>
                  <a:ea typeface="Arial"/>
                  <a:cs typeface="Arial"/>
                  <a:sym typeface="Arial"/>
                </a:rPr>
                <a:t>Need assistance? Call us at </a:t>
              </a:r>
              <a:r>
                <a:rPr b="0" i="0" lang="en-CA" sz="2200" u="none" cap="none" strike="noStrike">
                  <a:solidFill>
                    <a:srgbClr val="FFC000"/>
                  </a:solidFill>
                  <a:latin typeface="Arial"/>
                  <a:ea typeface="Arial"/>
                  <a:cs typeface="Arial"/>
                  <a:sym typeface="Arial"/>
                </a:rPr>
                <a:t>617-588-3508 option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alibri"/>
                <a:buNone/>
              </a:pPr>
              <a:r>
                <a:t/>
              </a:r>
              <a:endParaRPr b="1" i="0" sz="28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900"/>
                <a:buFont typeface="Calibri"/>
                <a:buNone/>
              </a:pPr>
              <a:r>
                <a:t/>
              </a:r>
              <a:endParaRPr b="1" i="0" sz="19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775"/>
                <a:buFont typeface="Arial"/>
                <a:buNone/>
              </a:pPr>
              <a:r>
                <a:rPr b="1" i="0" lang="en-CA" sz="3100" u="none" cap="none" strike="noStrike">
                  <a:solidFill>
                    <a:schemeClr val="lt1"/>
                  </a:solidFill>
                  <a:latin typeface="Arial"/>
                  <a:ea typeface="Arial"/>
                  <a:cs typeface="Arial"/>
                  <a:sym typeface="Arial"/>
                </a:rPr>
                <a:t>QUICK START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500"/>
                <a:buFont typeface="Calibri"/>
                <a:buNone/>
              </a:pPr>
              <a:r>
                <a:t/>
              </a:r>
              <a:endParaRPr b="1" i="0" sz="2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Title, Authors, and Affiliations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Start designing your poster by adding the title, the names of the authors, and the affiliated institutions. You can type or paste text into the provided boxes. The template will automatically adjust the size of your text to fit the title box. You can manually override this feature and change the size of your text.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rgbClr val="FFC000"/>
                </a:buClr>
                <a:buSzPts val="475"/>
                <a:buFont typeface="Arial"/>
                <a:buNone/>
              </a:pPr>
              <a:r>
                <a:rPr b="1" i="0" lang="en-CA" sz="1900" u="none" cap="none" strike="noStrike">
                  <a:solidFill>
                    <a:srgbClr val="FFC000"/>
                  </a:solidFill>
                  <a:latin typeface="Arial"/>
                  <a:ea typeface="Arial"/>
                  <a:cs typeface="Arial"/>
                  <a:sym typeface="Arial"/>
                </a:rPr>
                <a:t>TIP: </a:t>
              </a:r>
              <a:r>
                <a:rPr b="0" i="0" lang="en-CA" sz="1900" u="none" cap="none" strike="noStrike">
                  <a:solidFill>
                    <a:srgbClr val="BFBFBF"/>
                  </a:solidFill>
                  <a:latin typeface="Arial"/>
                  <a:ea typeface="Arial"/>
                  <a:cs typeface="Arial"/>
                  <a:sym typeface="Arial"/>
                </a:rPr>
                <a:t>The font size of your title should be bigger than your name(s) and institution name(s). The smallest font size should be 28 points.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550"/>
                <a:buFont typeface="Arial"/>
                <a:buNone/>
              </a:pPr>
              <a:br>
                <a:rPr b="1" i="0" lang="en-CA" sz="2200" u="none" cap="none" strike="noStrike">
                  <a:solidFill>
                    <a:schemeClr val="lt1"/>
                  </a:solidFill>
                  <a:latin typeface="Arial"/>
                  <a:ea typeface="Arial"/>
                  <a:cs typeface="Arial"/>
                  <a:sym typeface="Arial"/>
                </a:rPr>
              </a:br>
              <a:endParaRPr b="1" i="0" sz="22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Adding Logos / Seals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rgbClr val="FFC000"/>
                </a:buClr>
                <a:buSzPts val="475"/>
                <a:buFont typeface="Arial"/>
                <a:buNone/>
              </a:pPr>
              <a:r>
                <a:rPr b="1" i="0" lang="en-CA" sz="1900" u="none" cap="none" strike="noStrike">
                  <a:solidFill>
                    <a:srgbClr val="FFC000"/>
                  </a:solidFill>
                  <a:latin typeface="Arial"/>
                  <a:ea typeface="Arial"/>
                  <a:cs typeface="Arial"/>
                  <a:sym typeface="Arial"/>
                </a:rPr>
                <a:t>TIP: </a:t>
              </a:r>
              <a:r>
                <a:rPr b="0" i="0" lang="en-CA" sz="1900" u="none" cap="none" strike="noStrike">
                  <a:solidFill>
                    <a:srgbClr val="BFBFBF"/>
                  </a:solidFill>
                  <a:latin typeface="Arial"/>
                  <a:ea typeface="Arial"/>
                  <a:cs typeface="Arial"/>
                  <a:sym typeface="Arial"/>
                </a:rPr>
                <a:t>If there is a conference website,  you can pull logos from there.  Please keep in mind that we will be adding navigational buttons or a kiosk menu button on the right side of each slide.  Please make the appropriate space for that.</a:t>
              </a:r>
              <a:endParaRPr b="0" i="0" sz="1900" u="none" cap="none" strike="noStrike">
                <a:solidFill>
                  <a:srgbClr val="BFBFB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C000"/>
                </a:buClr>
                <a:buSzPts val="625"/>
                <a:buFont typeface="Arial"/>
                <a:buNone/>
              </a:pPr>
              <a:r>
                <a:rPr b="1" i="0" lang="en-CA" sz="2500" u="none" cap="none" strike="noStrike">
                  <a:solidFill>
                    <a:srgbClr val="FFC000"/>
                  </a:solidFill>
                  <a:latin typeface="Arial"/>
                  <a:ea typeface="Arial"/>
                  <a:cs typeface="Arial"/>
                  <a:sym typeface="Arial"/>
                </a:rPr>
                <a:t>Photographs / Graphics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BFBF"/>
                </a:buClr>
                <a:buSzPts val="475"/>
                <a:buFont typeface="Arial"/>
                <a:buNone/>
              </a:pPr>
              <a:r>
                <a:rPr b="0" i="0" lang="en-CA" sz="1900" u="none" cap="none" strike="noStrike">
                  <a:solidFill>
                    <a:srgbClr val="BFBFBF"/>
                  </a:solidFill>
                  <a:latin typeface="Arial"/>
                  <a:ea typeface="Arial"/>
                  <a:cs typeface="Arial"/>
                  <a:sym typeface="Arial"/>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Calibri"/>
                <a:buNone/>
              </a:pPr>
              <a:r>
                <a:t/>
              </a:r>
              <a:endParaRPr b="0" i="0" sz="19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Calibri"/>
                <a:buNone/>
              </a:pPr>
              <a:r>
                <a:t/>
              </a:r>
              <a:endParaRPr b="1" i="0" sz="2200" u="none" cap="none" strike="noStrike">
                <a:solidFill>
                  <a:srgbClr val="FFC000"/>
                </a:solidFill>
                <a:latin typeface="Arial"/>
                <a:ea typeface="Arial"/>
                <a:cs typeface="Arial"/>
                <a:sym typeface="Arial"/>
              </a:endParaRPr>
            </a:p>
          </p:txBody>
        </p:sp>
        <p:cxnSp>
          <p:nvCxnSpPr>
            <p:cNvPr id="22" name="Google Shape;22;p1"/>
            <p:cNvCxnSpPr/>
            <p:nvPr/>
          </p:nvCxnSpPr>
          <p:spPr>
            <a:xfrm>
              <a:off x="-11225189" y="9929895"/>
              <a:ext cx="10999814" cy="3173"/>
            </a:xfrm>
            <a:prstGeom prst="straightConnector1">
              <a:avLst/>
            </a:prstGeom>
            <a:noFill/>
            <a:ln cap="rnd" cmpd="sng" w="12700">
              <a:solidFill>
                <a:srgbClr val="FFC000"/>
              </a:solidFill>
              <a:prstDash val="solid"/>
              <a:round/>
              <a:headEnd len="sm" w="sm" type="none"/>
              <a:tailEnd len="sm" w="sm" type="none"/>
            </a:ln>
          </p:spPr>
        </p:cxnSp>
        <p:pic>
          <p:nvPicPr>
            <p:cNvPr id="23" name="Google Shape;23;p1"/>
            <p:cNvPicPr preferRelativeResize="0"/>
            <p:nvPr/>
          </p:nvPicPr>
          <p:blipFill rotWithShape="1">
            <a:blip r:embed="rId5">
              <a:alphaModFix/>
            </a:blip>
            <a:srcRect b="0" l="0" r="0" t="0"/>
            <a:stretch/>
          </p:blipFill>
          <p:spPr>
            <a:xfrm>
              <a:off x="-10331510" y="16890955"/>
              <a:ext cx="8658652" cy="1476161"/>
            </a:xfrm>
            <a:prstGeom prst="rect">
              <a:avLst/>
            </a:prstGeom>
            <a:noFill/>
            <a:ln>
              <a:noFill/>
            </a:ln>
          </p:spPr>
        </p:pic>
        <p:grpSp>
          <p:nvGrpSpPr>
            <p:cNvPr id="24" name="Google Shape;24;p1"/>
            <p:cNvGrpSpPr/>
            <p:nvPr/>
          </p:nvGrpSpPr>
          <p:grpSpPr>
            <a:xfrm>
              <a:off x="-5922006" y="26846778"/>
              <a:ext cx="3928726" cy="2045781"/>
              <a:chOff x="-2708583" y="12535487"/>
              <a:chExt cx="1810574" cy="939918"/>
            </a:xfrm>
          </p:grpSpPr>
          <p:grpSp>
            <p:nvGrpSpPr>
              <p:cNvPr id="25" name="Google Shape;25;p1"/>
              <p:cNvGrpSpPr/>
              <p:nvPr/>
            </p:nvGrpSpPr>
            <p:grpSpPr>
              <a:xfrm>
                <a:off x="-2708583" y="12535487"/>
                <a:ext cx="651154" cy="939877"/>
                <a:chOff x="-3865203" y="13230561"/>
                <a:chExt cx="812691" cy="1346841"/>
              </a:xfrm>
            </p:grpSpPr>
            <p:pic>
              <p:nvPicPr>
                <p:cNvPr id="26" name="Google Shape;26;p1"/>
                <p:cNvPicPr preferRelativeResize="0"/>
                <p:nvPr/>
              </p:nvPicPr>
              <p:blipFill rotWithShape="1">
                <a:blip r:embed="rId6">
                  <a:alphaModFix/>
                </a:blip>
                <a:srcRect b="0" l="0" r="0" t="0"/>
                <a:stretch/>
              </p:blipFill>
              <p:spPr>
                <a:xfrm>
                  <a:off x="-3821313" y="13230561"/>
                  <a:ext cx="768801" cy="1090856"/>
                </a:xfrm>
                <a:prstGeom prst="rect">
                  <a:avLst/>
                </a:prstGeom>
                <a:noFill/>
                <a:ln>
                  <a:noFill/>
                </a:ln>
              </p:spPr>
            </p:pic>
            <p:sp>
              <p:nvSpPr>
                <p:cNvPr id="27" name="Google Shape;27;p1"/>
                <p:cNvSpPr txBox="1"/>
                <p:nvPr/>
              </p:nvSpPr>
              <p:spPr>
                <a:xfrm>
                  <a:off x="-3865203" y="14294160"/>
                  <a:ext cx="777053" cy="283242"/>
                </a:xfrm>
                <a:prstGeom prst="rect">
                  <a:avLst/>
                </a:prstGeom>
                <a:solidFill>
                  <a:schemeClr val="accent1"/>
                </a:solidFill>
                <a:ln>
                  <a:noFill/>
                </a:ln>
              </p:spPr>
              <p:txBody>
                <a:bodyPr anchorCtr="0" anchor="t" bIns="71525" lIns="71525" spcFirstLastPara="1" rIns="71525" wrap="square" tIns="71525">
                  <a:noAutofit/>
                </a:bodyPr>
                <a:lstStyle/>
                <a:p>
                  <a:pPr indent="0" lvl="0" marL="0" marR="0" rtl="0" algn="ctr">
                    <a:lnSpc>
                      <a:spcPct val="100000"/>
                    </a:lnSpc>
                    <a:spcBef>
                      <a:spcPts val="0"/>
                    </a:spcBef>
                    <a:spcAft>
                      <a:spcPts val="0"/>
                    </a:spcAft>
                    <a:buClr>
                      <a:schemeClr val="dk1"/>
                    </a:buClr>
                    <a:buSzPts val="325"/>
                    <a:buFont typeface="Trebuchet MS"/>
                    <a:buNone/>
                  </a:pPr>
                  <a:r>
                    <a:rPr b="1" i="0" lang="en-CA" sz="1300" u="none" cap="none" strike="noStrike">
                      <a:solidFill>
                        <a:schemeClr val="dk1"/>
                      </a:solidFill>
                      <a:latin typeface="Trebuchet MS"/>
                      <a:ea typeface="Trebuchet MS"/>
                      <a:cs typeface="Trebuchet MS"/>
                      <a:sym typeface="Trebuchet MS"/>
                    </a:rPr>
                    <a:t>ORIGINAL</a:t>
                  </a:r>
                  <a:endParaRPr b="0" i="0" sz="1400" u="none" cap="none" strike="noStrike">
                    <a:solidFill>
                      <a:srgbClr val="000000"/>
                    </a:solidFill>
                    <a:latin typeface="Arial"/>
                    <a:ea typeface="Arial"/>
                    <a:cs typeface="Arial"/>
                    <a:sym typeface="Arial"/>
                  </a:endParaRPr>
                </a:p>
              </p:txBody>
            </p:sp>
          </p:grpSp>
          <p:grpSp>
            <p:nvGrpSpPr>
              <p:cNvPr id="28" name="Google Shape;28;p1"/>
              <p:cNvGrpSpPr/>
              <p:nvPr/>
            </p:nvGrpSpPr>
            <p:grpSpPr>
              <a:xfrm>
                <a:off x="-1957953" y="12535529"/>
                <a:ext cx="1059944" cy="939876"/>
                <a:chOff x="-2818389" y="13226580"/>
                <a:chExt cx="1456597" cy="1291593"/>
              </a:xfrm>
            </p:grpSpPr>
            <p:pic>
              <p:nvPicPr>
                <p:cNvPr id="29" name="Google Shape;29;p1"/>
                <p:cNvPicPr preferRelativeResize="0"/>
                <p:nvPr/>
              </p:nvPicPr>
              <p:blipFill rotWithShape="1">
                <a:blip r:embed="rId6">
                  <a:alphaModFix/>
                </a:blip>
                <a:srcRect b="0" l="0" r="0" t="0"/>
                <a:stretch/>
              </p:blipFill>
              <p:spPr>
                <a:xfrm>
                  <a:off x="-2782071" y="13226580"/>
                  <a:ext cx="1420279" cy="1029693"/>
                </a:xfrm>
                <a:prstGeom prst="rect">
                  <a:avLst/>
                </a:prstGeom>
                <a:noFill/>
                <a:ln>
                  <a:noFill/>
                </a:ln>
              </p:spPr>
            </p:pic>
            <p:sp>
              <p:nvSpPr>
                <p:cNvPr id="30" name="Google Shape;30;p1"/>
                <p:cNvSpPr txBox="1"/>
                <p:nvPr/>
              </p:nvSpPr>
              <p:spPr>
                <a:xfrm>
                  <a:off x="-2818389" y="14265592"/>
                  <a:ext cx="1419613" cy="252581"/>
                </a:xfrm>
                <a:prstGeom prst="rect">
                  <a:avLst/>
                </a:prstGeom>
                <a:solidFill>
                  <a:srgbClr val="FF0000"/>
                </a:solidFill>
                <a:ln>
                  <a:noFill/>
                </a:ln>
              </p:spPr>
              <p:txBody>
                <a:bodyPr anchorCtr="0" anchor="t" bIns="71525" lIns="357700" spcFirstLastPara="1" rIns="357700" wrap="square" tIns="71525">
                  <a:noAutofit/>
                </a:bodyPr>
                <a:lstStyle/>
                <a:p>
                  <a:pPr indent="0" lvl="0" marL="0" marR="0" rtl="0" algn="ctr">
                    <a:lnSpc>
                      <a:spcPct val="100000"/>
                    </a:lnSpc>
                    <a:spcBef>
                      <a:spcPts val="0"/>
                    </a:spcBef>
                    <a:spcAft>
                      <a:spcPts val="0"/>
                    </a:spcAft>
                    <a:buClr>
                      <a:schemeClr val="lt1"/>
                    </a:buClr>
                    <a:buSzPts val="275"/>
                    <a:buFont typeface="Trebuchet MS"/>
                    <a:buNone/>
                  </a:pPr>
                  <a:r>
                    <a:rPr b="1" i="0" lang="en-CA" sz="1100" u="none" cap="none" strike="noStrike">
                      <a:solidFill>
                        <a:schemeClr val="lt1"/>
                      </a:solidFill>
                      <a:latin typeface="Trebuchet MS"/>
                      <a:ea typeface="Trebuchet MS"/>
                      <a:cs typeface="Trebuchet MS"/>
                      <a:sym typeface="Trebuchet MS"/>
                    </a:rPr>
                    <a:t>DISTORTED</a:t>
                  </a:r>
                  <a:endParaRPr b="0" i="0" sz="1400" u="none" cap="none" strike="noStrike">
                    <a:solidFill>
                      <a:srgbClr val="000000"/>
                    </a:solidFill>
                    <a:latin typeface="Arial"/>
                    <a:ea typeface="Arial"/>
                    <a:cs typeface="Arial"/>
                    <a:sym typeface="Arial"/>
                  </a:endParaRPr>
                </a:p>
              </p:txBody>
            </p:sp>
          </p:grpSp>
        </p:grpSp>
      </p:grpSp>
    </p:spTree>
  </p:cSld>
  <p:clrMap accent1="accent1" accent2="accent2" accent3="accent3" accent4="accent4" accent5="accent5" accent6="accent6" bg1="lt1" bg2="dk2" tx1="dk1" tx2="lt2" folHlink="folHlink" hlink="hlink"/>
  <p:sldLayoutIdLst>
    <p:sldLayoutId id="2147483648" r:id="rId7"/>
    <p:sldLayoutId id="2147483649" r:id="rId8"/>
    <p:sldLayoutId id="2147483650" r:id="rId9"/>
    <p:sldLayoutId id="2147483651" r:id="rId10"/>
    <p:sldLayoutId id="2147483652" r:id="rId11"/>
    <p:sldLayoutId id="2147483653" r:id="rId12"/>
    <p:sldLayoutId id="2147483654" r:id="rId13"/>
    <p:sldLayoutId id="2147483655" r:id="rId14"/>
    <p:sldLayoutId id="2147483656" r:id="rId15"/>
    <p:sldLayoutId id="2147483657" r:id="rId16"/>
    <p:sldLayoutId id="2147483658"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jp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5.png"/><Relationship Id="rId8"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3"/>
          <p:cNvSpPr/>
          <p:nvPr/>
        </p:nvSpPr>
        <p:spPr>
          <a:xfrm>
            <a:off x="800" y="1095000"/>
            <a:ext cx="37463400" cy="1637100"/>
          </a:xfrm>
          <a:prstGeom prst="rect">
            <a:avLst/>
          </a:prstGeom>
          <a:solidFill>
            <a:srgbClr val="10A6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BFBFBF"/>
              </a:highlight>
              <a:latin typeface="Calibri"/>
              <a:ea typeface="Calibri"/>
              <a:cs typeface="Calibri"/>
              <a:sym typeface="Calibri"/>
            </a:endParaRPr>
          </a:p>
        </p:txBody>
      </p:sp>
      <p:sp>
        <p:nvSpPr>
          <p:cNvPr id="106" name="Google Shape;106;p13"/>
          <p:cNvSpPr/>
          <p:nvPr/>
        </p:nvSpPr>
        <p:spPr>
          <a:xfrm>
            <a:off x="0" y="0"/>
            <a:ext cx="37463400" cy="2466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7" name="Google Shape;107;p13"/>
          <p:cNvSpPr txBox="1"/>
          <p:nvPr/>
        </p:nvSpPr>
        <p:spPr>
          <a:xfrm>
            <a:off x="28824650" y="13137775"/>
            <a:ext cx="8346900" cy="3200700"/>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CA" sz="5500" u="sng">
                <a:solidFill>
                  <a:schemeClr val="dk1"/>
                </a:solidFill>
                <a:latin typeface="Roboto"/>
                <a:ea typeface="Roboto"/>
                <a:cs typeface="Roboto"/>
                <a:sym typeface="Roboto"/>
              </a:rPr>
              <a:t>Client and Mentor</a:t>
            </a:r>
            <a:endParaRPr b="1" sz="5500" u="sng">
              <a:solidFill>
                <a:schemeClr val="dk1"/>
              </a:solidFill>
              <a:latin typeface="Roboto"/>
              <a:ea typeface="Roboto"/>
              <a:cs typeface="Roboto"/>
              <a:sym typeface="Roboto"/>
            </a:endParaRPr>
          </a:p>
          <a:p>
            <a:pPr indent="0" lvl="0" marL="0" rtl="0" algn="l">
              <a:spcBef>
                <a:spcPts val="0"/>
              </a:spcBef>
              <a:spcAft>
                <a:spcPts val="0"/>
              </a:spcAft>
              <a:buNone/>
            </a:pPr>
            <a:r>
              <a:rPr lang="en-CA" sz="3200">
                <a:solidFill>
                  <a:schemeClr val="dk1"/>
                </a:solidFill>
                <a:latin typeface="Roboto"/>
                <a:ea typeface="Roboto"/>
                <a:cs typeface="Roboto"/>
                <a:sym typeface="Roboto"/>
              </a:rPr>
              <a:t>Client: Paul Singer - Senior Editor, GBH News</a:t>
            </a:r>
            <a:endParaRPr sz="3200">
              <a:solidFill>
                <a:schemeClr val="dk1"/>
              </a:solidFill>
              <a:latin typeface="Roboto"/>
              <a:ea typeface="Roboto"/>
              <a:cs typeface="Roboto"/>
              <a:sym typeface="Roboto"/>
            </a:endParaRPr>
          </a:p>
          <a:p>
            <a:pPr indent="0" lvl="0" marL="0" rtl="0" algn="l">
              <a:spcBef>
                <a:spcPts val="0"/>
              </a:spcBef>
              <a:spcAft>
                <a:spcPts val="0"/>
              </a:spcAft>
              <a:buNone/>
            </a:pPr>
            <a:r>
              <a:rPr lang="en-CA" sz="3200">
                <a:solidFill>
                  <a:schemeClr val="dk1"/>
                </a:solidFill>
                <a:latin typeface="Roboto"/>
                <a:ea typeface="Roboto"/>
                <a:cs typeface="Roboto"/>
                <a:sym typeface="Roboto"/>
              </a:rPr>
              <a:t>PM: Herbert Zhang</a:t>
            </a:r>
            <a:endParaRPr sz="3200">
              <a:solidFill>
                <a:schemeClr val="dk1"/>
              </a:solidFill>
              <a:latin typeface="Roboto"/>
              <a:ea typeface="Roboto"/>
              <a:cs typeface="Roboto"/>
              <a:sym typeface="Roboto"/>
            </a:endParaRPr>
          </a:p>
          <a:p>
            <a:pPr indent="0" lvl="0" marL="0" rtl="0" algn="l">
              <a:spcBef>
                <a:spcPts val="0"/>
              </a:spcBef>
              <a:spcAft>
                <a:spcPts val="0"/>
              </a:spcAft>
              <a:buNone/>
            </a:pPr>
            <a:r>
              <a:rPr lang="en-CA" sz="3200">
                <a:solidFill>
                  <a:schemeClr val="dk1"/>
                </a:solidFill>
                <a:latin typeface="Roboto"/>
                <a:ea typeface="Roboto"/>
                <a:cs typeface="Roboto"/>
                <a:sym typeface="Roboto"/>
              </a:rPr>
              <a:t>TM</a:t>
            </a:r>
            <a:r>
              <a:rPr lang="en-CA" sz="3200">
                <a:solidFill>
                  <a:schemeClr val="dk1"/>
                </a:solidFill>
                <a:latin typeface="Roboto"/>
                <a:ea typeface="Roboto"/>
                <a:cs typeface="Roboto"/>
                <a:sym typeface="Roboto"/>
              </a:rPr>
              <a:t>: Julissa Mijares</a:t>
            </a:r>
            <a:endParaRPr sz="3200">
              <a:solidFill>
                <a:schemeClr val="dk1"/>
              </a:solidFill>
              <a:latin typeface="Roboto"/>
              <a:ea typeface="Roboto"/>
              <a:cs typeface="Roboto"/>
              <a:sym typeface="Roboto"/>
            </a:endParaRPr>
          </a:p>
          <a:p>
            <a:pPr indent="0" lvl="0" marL="0" rtl="0" algn="l">
              <a:spcBef>
                <a:spcPts val="0"/>
              </a:spcBef>
              <a:spcAft>
                <a:spcPts val="0"/>
              </a:spcAft>
              <a:buNone/>
            </a:pPr>
            <a:r>
              <a:rPr lang="en-CA" sz="3200">
                <a:solidFill>
                  <a:schemeClr val="dk1"/>
                </a:solidFill>
                <a:latin typeface="Roboto"/>
                <a:ea typeface="Roboto"/>
                <a:cs typeface="Roboto"/>
                <a:sym typeface="Roboto"/>
              </a:rPr>
              <a:t>Class: DS 701</a:t>
            </a:r>
            <a:endParaRPr sz="3200">
              <a:solidFill>
                <a:schemeClr val="dk1"/>
              </a:solidFill>
              <a:latin typeface="Roboto"/>
              <a:ea typeface="Roboto"/>
              <a:cs typeface="Roboto"/>
              <a:sym typeface="Roboto"/>
            </a:endParaRPr>
          </a:p>
        </p:txBody>
      </p:sp>
      <p:sp>
        <p:nvSpPr>
          <p:cNvPr id="108" name="Google Shape;108;p13"/>
          <p:cNvSpPr txBox="1"/>
          <p:nvPr/>
        </p:nvSpPr>
        <p:spPr>
          <a:xfrm>
            <a:off x="12407388" y="823950"/>
            <a:ext cx="12648600" cy="217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12002">
                <a:solidFill>
                  <a:schemeClr val="lt1"/>
                </a:solidFill>
                <a:latin typeface="Bebas Neue"/>
                <a:ea typeface="Bebas Neue"/>
                <a:cs typeface="Bebas Neue"/>
                <a:sym typeface="Bebas Neue"/>
              </a:rPr>
              <a:t>GBH: Boston Bus Equity</a:t>
            </a:r>
            <a:endParaRPr b="1" sz="12002">
              <a:solidFill>
                <a:schemeClr val="lt1"/>
              </a:solidFill>
              <a:latin typeface="Bebas Neue"/>
              <a:ea typeface="Bebas Neue"/>
              <a:cs typeface="Bebas Neue"/>
              <a:sym typeface="Bebas Neue"/>
            </a:endParaRPr>
          </a:p>
        </p:txBody>
      </p:sp>
      <p:sp>
        <p:nvSpPr>
          <p:cNvPr id="109" name="Google Shape;109;p13"/>
          <p:cNvSpPr txBox="1"/>
          <p:nvPr/>
        </p:nvSpPr>
        <p:spPr>
          <a:xfrm>
            <a:off x="209400" y="18551475"/>
            <a:ext cx="8834700" cy="21792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CA" sz="5200" u="sng">
                <a:solidFill>
                  <a:schemeClr val="dk1"/>
                </a:solidFill>
                <a:latin typeface="Roboto"/>
                <a:ea typeface="Roboto"/>
                <a:cs typeface="Roboto"/>
                <a:sym typeface="Roboto"/>
              </a:rPr>
              <a:t>Tech Stack/Processes</a:t>
            </a:r>
            <a:endParaRPr b="1" sz="5200" u="sng">
              <a:solidFill>
                <a:schemeClr val="dk1"/>
              </a:solidFill>
              <a:latin typeface="Roboto"/>
              <a:ea typeface="Roboto"/>
              <a:cs typeface="Roboto"/>
              <a:sym typeface="Roboto"/>
            </a:endParaRPr>
          </a:p>
          <a:p>
            <a:pPr indent="0" lvl="0" marL="0" rtl="0" algn="l">
              <a:spcBef>
                <a:spcPts val="0"/>
              </a:spcBef>
              <a:spcAft>
                <a:spcPts val="0"/>
              </a:spcAft>
              <a:buNone/>
            </a:pPr>
            <a:r>
              <a:rPr lang="en-CA" sz="3500">
                <a:solidFill>
                  <a:schemeClr val="dk1"/>
                </a:solidFill>
                <a:latin typeface="Roboto"/>
                <a:ea typeface="Roboto"/>
                <a:cs typeface="Roboto"/>
                <a:sym typeface="Roboto"/>
              </a:rPr>
              <a:t>Program Languages: Python</a:t>
            </a:r>
            <a:endParaRPr sz="3500">
              <a:solidFill>
                <a:schemeClr val="dk1"/>
              </a:solidFill>
              <a:latin typeface="Roboto"/>
              <a:ea typeface="Roboto"/>
              <a:cs typeface="Roboto"/>
              <a:sym typeface="Roboto"/>
            </a:endParaRPr>
          </a:p>
          <a:p>
            <a:pPr indent="0" lvl="0" marL="0" rtl="0" algn="l">
              <a:spcBef>
                <a:spcPts val="0"/>
              </a:spcBef>
              <a:spcAft>
                <a:spcPts val="0"/>
              </a:spcAft>
              <a:buNone/>
            </a:pPr>
            <a:r>
              <a:rPr lang="en-CA" sz="3500">
                <a:solidFill>
                  <a:schemeClr val="dk1"/>
                </a:solidFill>
                <a:latin typeface="Roboto"/>
                <a:ea typeface="Roboto"/>
                <a:cs typeface="Roboto"/>
                <a:sym typeface="Roboto"/>
              </a:rPr>
              <a:t>Libraries: Pandas, Numpy, Matplotlib</a:t>
            </a:r>
            <a:endParaRPr sz="7301">
              <a:solidFill>
                <a:schemeClr val="dk1"/>
              </a:solidFill>
              <a:latin typeface="Calibri"/>
              <a:ea typeface="Calibri"/>
              <a:cs typeface="Calibri"/>
              <a:sym typeface="Calibri"/>
            </a:endParaRPr>
          </a:p>
        </p:txBody>
      </p:sp>
      <p:sp>
        <p:nvSpPr>
          <p:cNvPr id="110" name="Google Shape;110;p13"/>
          <p:cNvSpPr txBox="1"/>
          <p:nvPr/>
        </p:nvSpPr>
        <p:spPr>
          <a:xfrm>
            <a:off x="209400" y="3197375"/>
            <a:ext cx="8834700" cy="52470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CA" sz="5300" u="sng">
                <a:solidFill>
                  <a:schemeClr val="dk1"/>
                </a:solidFill>
                <a:latin typeface="Roboto"/>
                <a:ea typeface="Roboto"/>
                <a:cs typeface="Roboto"/>
                <a:sym typeface="Roboto"/>
              </a:rPr>
              <a:t>Project Summary</a:t>
            </a:r>
            <a:endParaRPr b="1" sz="5300" u="sng">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CA" sz="3100">
                <a:solidFill>
                  <a:schemeClr val="dk1"/>
                </a:solidFill>
                <a:latin typeface="Roboto"/>
                <a:ea typeface="Roboto"/>
                <a:cs typeface="Roboto"/>
                <a:sym typeface="Roboto"/>
              </a:rPr>
              <a:t>This project aims to deliver a detailed analysis of the Massachusetts Bay Transportation Authority (MBTA) bus performance between 2019 and 2023. The main focus is to compare the ridership and reliability data for each bus route between the years. The datasets utilized for this project were sourced from the MBTA Open Data Portal.</a:t>
            </a:r>
            <a:endParaRPr sz="3100">
              <a:solidFill>
                <a:schemeClr val="dk1"/>
              </a:solidFill>
              <a:latin typeface="Roboto"/>
              <a:ea typeface="Roboto"/>
              <a:cs typeface="Roboto"/>
              <a:sym typeface="Roboto"/>
            </a:endParaRPr>
          </a:p>
        </p:txBody>
      </p:sp>
      <p:sp>
        <p:nvSpPr>
          <p:cNvPr id="111" name="Google Shape;111;p13"/>
          <p:cNvSpPr txBox="1"/>
          <p:nvPr/>
        </p:nvSpPr>
        <p:spPr>
          <a:xfrm>
            <a:off x="209400" y="8716375"/>
            <a:ext cx="8834700" cy="95631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CA" sz="5300" u="sng">
                <a:solidFill>
                  <a:schemeClr val="dk1"/>
                </a:solidFill>
                <a:latin typeface="Roboto"/>
                <a:ea typeface="Roboto"/>
                <a:cs typeface="Roboto"/>
                <a:sym typeface="Roboto"/>
              </a:rPr>
              <a:t>Project Questions</a:t>
            </a:r>
            <a:endParaRPr b="1" sz="1800" u="sng">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b="1" lang="en-CA" sz="2900">
                <a:solidFill>
                  <a:schemeClr val="dk1"/>
                </a:solidFill>
                <a:latin typeface="Roboto"/>
                <a:ea typeface="Roboto"/>
                <a:cs typeface="Roboto"/>
                <a:sym typeface="Roboto"/>
              </a:rPr>
              <a:t>Key Questions: </a:t>
            </a:r>
            <a:endParaRPr b="1" sz="29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100">
                <a:solidFill>
                  <a:schemeClr val="dk1"/>
                </a:solidFill>
                <a:latin typeface="Roboto"/>
                <a:ea typeface="Roboto"/>
                <a:cs typeface="Roboto"/>
                <a:sym typeface="Roboto"/>
              </a:rPr>
              <a:t>1) What is the ridership per bus route?</a:t>
            </a:r>
            <a:endParaRPr sz="3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100">
                <a:solidFill>
                  <a:schemeClr val="dk1"/>
                </a:solidFill>
                <a:latin typeface="Roboto"/>
                <a:ea typeface="Roboto"/>
                <a:cs typeface="Roboto"/>
                <a:sym typeface="Roboto"/>
              </a:rPr>
              <a:t>2) What are the end-to-end travel times for each bus route in the city?</a:t>
            </a:r>
            <a:endParaRPr sz="3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100">
                <a:solidFill>
                  <a:schemeClr val="dk1"/>
                </a:solidFill>
                <a:latin typeface="Roboto"/>
                <a:ea typeface="Roboto"/>
                <a:cs typeface="Roboto"/>
                <a:sym typeface="Roboto"/>
              </a:rPr>
              <a:t>2.1) On average, how long does an individual have to wait for a bus (on time vs. delayed)?</a:t>
            </a:r>
            <a:endParaRPr sz="3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100">
                <a:solidFill>
                  <a:schemeClr val="dk1"/>
                </a:solidFill>
                <a:latin typeface="Roboto"/>
                <a:ea typeface="Roboto"/>
                <a:cs typeface="Roboto"/>
                <a:sym typeface="Roboto"/>
              </a:rPr>
              <a:t>2.2) What is the average delay time of the target bus routes (top 30 by ridership)?</a:t>
            </a:r>
            <a:endParaRPr sz="3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100">
                <a:solidFill>
                  <a:schemeClr val="dk1"/>
                </a:solidFill>
                <a:latin typeface="Roboto"/>
                <a:ea typeface="Roboto"/>
                <a:cs typeface="Roboto"/>
                <a:sym typeface="Roboto"/>
              </a:rPr>
              <a:t>3) Are there disparities in the service levels of different routes (which lines are late more often than others)?</a:t>
            </a:r>
            <a:endParaRPr sz="3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100">
                <a:solidFill>
                  <a:schemeClr val="dk1"/>
                </a:solidFill>
                <a:latin typeface="Roboto"/>
                <a:ea typeface="Roboto"/>
                <a:cs typeface="Roboto"/>
                <a:sym typeface="Roboto"/>
              </a:rPr>
              <a:t>3.1) If there are service level disparities, are there differences in the characteristics of the people most impacted? (Map over census tract)</a:t>
            </a:r>
            <a:endParaRPr sz="3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100">
                <a:solidFill>
                  <a:schemeClr val="dk1"/>
                </a:solidFill>
                <a:latin typeface="Roboto"/>
                <a:ea typeface="Roboto"/>
                <a:cs typeface="Roboto"/>
                <a:sym typeface="Roboto"/>
              </a:rPr>
              <a:t>3.2) Can we chart changes over time?</a:t>
            </a:r>
            <a:endParaRPr sz="8402">
              <a:solidFill>
                <a:schemeClr val="dk1"/>
              </a:solidFill>
              <a:latin typeface="Calibri"/>
              <a:ea typeface="Calibri"/>
              <a:cs typeface="Calibri"/>
              <a:sym typeface="Calibri"/>
            </a:endParaRPr>
          </a:p>
        </p:txBody>
      </p:sp>
      <p:pic>
        <p:nvPicPr>
          <p:cNvPr id="112" name="Google Shape;112;p13"/>
          <p:cNvPicPr preferRelativeResize="0"/>
          <p:nvPr/>
        </p:nvPicPr>
        <p:blipFill rotWithShape="1">
          <a:blip r:embed="rId3">
            <a:alphaModFix/>
          </a:blip>
          <a:srcRect b="0" l="0" r="0" t="0"/>
          <a:stretch/>
        </p:blipFill>
        <p:spPr>
          <a:xfrm>
            <a:off x="34594848" y="143400"/>
            <a:ext cx="2222525" cy="2179200"/>
          </a:xfrm>
          <a:prstGeom prst="rect">
            <a:avLst/>
          </a:prstGeom>
          <a:noFill/>
          <a:ln>
            <a:noFill/>
          </a:ln>
        </p:spPr>
      </p:pic>
      <p:sp>
        <p:nvSpPr>
          <p:cNvPr id="113" name="Google Shape;113;p13"/>
          <p:cNvSpPr txBox="1"/>
          <p:nvPr/>
        </p:nvSpPr>
        <p:spPr>
          <a:xfrm>
            <a:off x="28824625" y="16658775"/>
            <a:ext cx="8346900" cy="40242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CA" sz="5500" u="sng">
                <a:solidFill>
                  <a:schemeClr val="dk1"/>
                </a:solidFill>
                <a:latin typeface="Roboto"/>
                <a:ea typeface="Roboto"/>
                <a:cs typeface="Roboto"/>
                <a:sym typeface="Roboto"/>
              </a:rPr>
              <a:t>Team Members</a:t>
            </a:r>
            <a:endParaRPr b="1" sz="5500" u="sng">
              <a:solidFill>
                <a:schemeClr val="dk1"/>
              </a:solidFill>
              <a:latin typeface="Roboto"/>
              <a:ea typeface="Roboto"/>
              <a:cs typeface="Roboto"/>
              <a:sym typeface="Roboto"/>
            </a:endParaRPr>
          </a:p>
          <a:p>
            <a:pPr indent="0" lvl="0" marL="0" rtl="0" algn="l">
              <a:spcBef>
                <a:spcPts val="0"/>
              </a:spcBef>
              <a:spcAft>
                <a:spcPts val="0"/>
              </a:spcAft>
              <a:buNone/>
            </a:pPr>
            <a:r>
              <a:t/>
            </a:r>
            <a:endParaRPr b="1" sz="1200" u="sng">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CA" sz="3000">
                <a:solidFill>
                  <a:schemeClr val="dk1"/>
                </a:solidFill>
                <a:latin typeface="Roboto"/>
                <a:ea typeface="Roboto"/>
                <a:cs typeface="Roboto"/>
                <a:sym typeface="Roboto"/>
              </a:rPr>
              <a:t>Youran Geng (MSDS 2025, yg779xw@bu.edu)</a:t>
            </a:r>
            <a:endParaRPr sz="30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CA" sz="3000">
                <a:solidFill>
                  <a:schemeClr val="dk1"/>
                </a:solidFill>
                <a:latin typeface="Roboto"/>
                <a:ea typeface="Roboto"/>
                <a:cs typeface="Roboto"/>
                <a:sym typeface="Roboto"/>
              </a:rPr>
              <a:t>Huihao Xing (MSDS 2025, huxing@bu.edu)</a:t>
            </a:r>
            <a:endParaRPr sz="30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CA" sz="3000">
                <a:solidFill>
                  <a:schemeClr val="dk1"/>
                </a:solidFill>
                <a:latin typeface="Roboto"/>
                <a:ea typeface="Roboto"/>
                <a:cs typeface="Roboto"/>
                <a:sym typeface="Roboto"/>
              </a:rPr>
              <a:t>Mi-Ru Youn (MSDS 2025, miruyoun@bu.edu)</a:t>
            </a:r>
            <a:endParaRPr sz="30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CA" sz="3000">
                <a:solidFill>
                  <a:schemeClr val="dk1"/>
                </a:solidFill>
                <a:latin typeface="Roboto"/>
                <a:ea typeface="Roboto"/>
                <a:cs typeface="Roboto"/>
                <a:sym typeface="Roboto"/>
              </a:rPr>
              <a:t>Chen Yu Liu (MSDS 2025, erioe@bu.edu)</a:t>
            </a:r>
            <a:endParaRPr sz="30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CA" sz="3000">
                <a:solidFill>
                  <a:schemeClr val="dk1"/>
                </a:solidFill>
                <a:latin typeface="Roboto"/>
                <a:ea typeface="Roboto"/>
                <a:cs typeface="Roboto"/>
                <a:sym typeface="Roboto"/>
              </a:rPr>
              <a:t>Namika Takada (MSDS 2025</a:t>
            </a:r>
            <a:r>
              <a:rPr lang="en-CA" sz="3000">
                <a:solidFill>
                  <a:schemeClr val="dk1"/>
                </a:solidFill>
                <a:latin typeface="Roboto"/>
                <a:ea typeface="Roboto"/>
                <a:cs typeface="Roboto"/>
                <a:sym typeface="Roboto"/>
              </a:rPr>
              <a:t>, ntakada@bu.edu</a:t>
            </a:r>
            <a:r>
              <a:rPr lang="en-CA" sz="3000">
                <a:solidFill>
                  <a:schemeClr val="dk1"/>
                </a:solidFill>
                <a:latin typeface="Roboto"/>
                <a:ea typeface="Roboto"/>
                <a:cs typeface="Roboto"/>
                <a:sym typeface="Roboto"/>
              </a:rPr>
              <a:t>)</a:t>
            </a:r>
            <a:endParaRPr sz="7800">
              <a:solidFill>
                <a:schemeClr val="dk1"/>
              </a:solidFill>
              <a:latin typeface="Roboto"/>
              <a:ea typeface="Roboto"/>
              <a:cs typeface="Roboto"/>
              <a:sym typeface="Roboto"/>
            </a:endParaRPr>
          </a:p>
        </p:txBody>
      </p:sp>
      <p:pic>
        <p:nvPicPr>
          <p:cNvPr id="114" name="Google Shape;114;p13"/>
          <p:cNvPicPr preferRelativeResize="0"/>
          <p:nvPr/>
        </p:nvPicPr>
        <p:blipFill rotWithShape="1">
          <a:blip r:embed="rId4">
            <a:alphaModFix/>
          </a:blip>
          <a:srcRect b="4331" l="8850" r="9576" t="5619"/>
          <a:stretch/>
        </p:blipFill>
        <p:spPr>
          <a:xfrm>
            <a:off x="567775" y="318875"/>
            <a:ext cx="2649800" cy="1828250"/>
          </a:xfrm>
          <a:prstGeom prst="rect">
            <a:avLst/>
          </a:prstGeom>
          <a:noFill/>
          <a:ln>
            <a:noFill/>
          </a:ln>
        </p:spPr>
      </p:pic>
      <p:sp>
        <p:nvSpPr>
          <p:cNvPr id="115" name="Google Shape;115;p13"/>
          <p:cNvSpPr txBox="1"/>
          <p:nvPr/>
        </p:nvSpPr>
        <p:spPr>
          <a:xfrm>
            <a:off x="28824800" y="3197375"/>
            <a:ext cx="8346900" cy="96201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CA" sz="5500" u="sng">
                <a:solidFill>
                  <a:schemeClr val="dk1"/>
                </a:solidFill>
                <a:latin typeface="Roboto"/>
                <a:ea typeface="Roboto"/>
                <a:cs typeface="Roboto"/>
                <a:sym typeface="Roboto"/>
              </a:rPr>
              <a:t>Conclusion</a:t>
            </a:r>
            <a:endParaRPr b="1" sz="5500" u="sng">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600" u="sng">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CA" sz="3200">
                <a:solidFill>
                  <a:schemeClr val="dk1"/>
                </a:solidFill>
                <a:latin typeface="Roboto"/>
                <a:ea typeface="Roboto"/>
                <a:cs typeface="Roboto"/>
                <a:sym typeface="Roboto"/>
              </a:rPr>
              <a:t>Through this analysis, we have identified key trends and patterns in bus performance and service equity which we can then inform future improvements to the MBTA system. To address these disparities, it is crucial for policy makers and the MBTA to prioritize improvements in the routes serving high-demand areas and Environmental Justice communities. Investments in operational improvements, such as better scheduling, more frequent service, and targeted resources for delayed routes, can help reduce service gaps and ensure that all Boston residents have access to reliable public transportation.</a:t>
            </a:r>
            <a:endParaRPr sz="3200">
              <a:solidFill>
                <a:schemeClr val="dk1"/>
              </a:solidFill>
              <a:latin typeface="Roboto"/>
              <a:ea typeface="Roboto"/>
              <a:cs typeface="Roboto"/>
              <a:sym typeface="Roboto"/>
            </a:endParaRPr>
          </a:p>
        </p:txBody>
      </p:sp>
      <p:sp>
        <p:nvSpPr>
          <p:cNvPr id="116" name="Google Shape;116;p13"/>
          <p:cNvSpPr txBox="1"/>
          <p:nvPr/>
        </p:nvSpPr>
        <p:spPr>
          <a:xfrm>
            <a:off x="9380625" y="3197375"/>
            <a:ext cx="19070400" cy="174858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CA" sz="6002" u="sng">
                <a:solidFill>
                  <a:schemeClr val="dk1"/>
                </a:solidFill>
                <a:latin typeface="Roboto"/>
                <a:ea typeface="Roboto"/>
                <a:cs typeface="Roboto"/>
                <a:sym typeface="Roboto"/>
              </a:rPr>
              <a:t>Project Results</a:t>
            </a:r>
            <a:endParaRPr b="1" sz="6002" u="sng">
              <a:solidFill>
                <a:schemeClr val="dk1"/>
              </a:solidFill>
              <a:latin typeface="Roboto"/>
              <a:ea typeface="Roboto"/>
              <a:cs typeface="Roboto"/>
              <a:sym typeface="Roboto"/>
            </a:endParaRPr>
          </a:p>
        </p:txBody>
      </p:sp>
      <p:pic>
        <p:nvPicPr>
          <p:cNvPr id="117" name="Google Shape;117;p13"/>
          <p:cNvPicPr preferRelativeResize="0"/>
          <p:nvPr/>
        </p:nvPicPr>
        <p:blipFill>
          <a:blip r:embed="rId5">
            <a:alphaModFix/>
          </a:blip>
          <a:stretch>
            <a:fillRect/>
          </a:stretch>
        </p:blipFill>
        <p:spPr>
          <a:xfrm>
            <a:off x="19304925" y="3368262"/>
            <a:ext cx="8834701" cy="4905237"/>
          </a:xfrm>
          <a:prstGeom prst="rect">
            <a:avLst/>
          </a:prstGeom>
          <a:noFill/>
          <a:ln>
            <a:noFill/>
          </a:ln>
        </p:spPr>
      </p:pic>
      <p:pic>
        <p:nvPicPr>
          <p:cNvPr id="118" name="Google Shape;118;p13"/>
          <p:cNvPicPr preferRelativeResize="0"/>
          <p:nvPr/>
        </p:nvPicPr>
        <p:blipFill>
          <a:blip r:embed="rId6">
            <a:alphaModFix/>
          </a:blip>
          <a:stretch>
            <a:fillRect/>
          </a:stretch>
        </p:blipFill>
        <p:spPr>
          <a:xfrm>
            <a:off x="9608005" y="8592750"/>
            <a:ext cx="9045482" cy="4905249"/>
          </a:xfrm>
          <a:prstGeom prst="rect">
            <a:avLst/>
          </a:prstGeom>
          <a:noFill/>
          <a:ln>
            <a:noFill/>
          </a:ln>
        </p:spPr>
      </p:pic>
      <p:pic>
        <p:nvPicPr>
          <p:cNvPr id="119" name="Google Shape;119;p13"/>
          <p:cNvPicPr preferRelativeResize="0"/>
          <p:nvPr/>
        </p:nvPicPr>
        <p:blipFill>
          <a:blip r:embed="rId7">
            <a:alphaModFix/>
          </a:blip>
          <a:stretch>
            <a:fillRect/>
          </a:stretch>
        </p:blipFill>
        <p:spPr>
          <a:xfrm>
            <a:off x="19259825" y="8358925"/>
            <a:ext cx="8958648" cy="4884126"/>
          </a:xfrm>
          <a:prstGeom prst="rect">
            <a:avLst/>
          </a:prstGeom>
          <a:noFill/>
          <a:ln>
            <a:noFill/>
          </a:ln>
        </p:spPr>
      </p:pic>
      <p:pic>
        <p:nvPicPr>
          <p:cNvPr id="120" name="Google Shape;120;p13"/>
          <p:cNvPicPr preferRelativeResize="0"/>
          <p:nvPr/>
        </p:nvPicPr>
        <p:blipFill rotWithShape="1">
          <a:blip r:embed="rId8">
            <a:alphaModFix/>
          </a:blip>
          <a:srcRect b="0" l="0" r="803" t="0"/>
          <a:stretch/>
        </p:blipFill>
        <p:spPr>
          <a:xfrm>
            <a:off x="9562500" y="14635525"/>
            <a:ext cx="9136500" cy="5346175"/>
          </a:xfrm>
          <a:prstGeom prst="rect">
            <a:avLst/>
          </a:prstGeom>
          <a:noFill/>
          <a:ln>
            <a:noFill/>
          </a:ln>
        </p:spPr>
      </p:pic>
      <p:pic>
        <p:nvPicPr>
          <p:cNvPr id="121" name="Google Shape;121;p13"/>
          <p:cNvPicPr preferRelativeResize="0"/>
          <p:nvPr/>
        </p:nvPicPr>
        <p:blipFill>
          <a:blip r:embed="rId9">
            <a:alphaModFix/>
          </a:blip>
          <a:stretch>
            <a:fillRect/>
          </a:stretch>
        </p:blipFill>
        <p:spPr>
          <a:xfrm>
            <a:off x="9641751" y="4379825"/>
            <a:ext cx="8977992" cy="3813551"/>
          </a:xfrm>
          <a:prstGeom prst="rect">
            <a:avLst/>
          </a:prstGeom>
          <a:noFill/>
          <a:ln>
            <a:noFill/>
          </a:ln>
        </p:spPr>
      </p:pic>
      <p:pic>
        <p:nvPicPr>
          <p:cNvPr id="122" name="Google Shape;122;p13"/>
          <p:cNvPicPr preferRelativeResize="0"/>
          <p:nvPr/>
        </p:nvPicPr>
        <p:blipFill>
          <a:blip r:embed="rId10">
            <a:alphaModFix/>
          </a:blip>
          <a:stretch>
            <a:fillRect/>
          </a:stretch>
        </p:blipFill>
        <p:spPr>
          <a:xfrm>
            <a:off x="18917450" y="16903775"/>
            <a:ext cx="9419426" cy="3724725"/>
          </a:xfrm>
          <a:prstGeom prst="rect">
            <a:avLst/>
          </a:prstGeom>
          <a:noFill/>
          <a:ln>
            <a:noFill/>
          </a:ln>
        </p:spPr>
      </p:pic>
      <p:pic>
        <p:nvPicPr>
          <p:cNvPr id="123" name="Google Shape;123;p13"/>
          <p:cNvPicPr preferRelativeResize="0"/>
          <p:nvPr/>
        </p:nvPicPr>
        <p:blipFill>
          <a:blip r:embed="rId11">
            <a:alphaModFix/>
          </a:blip>
          <a:stretch>
            <a:fillRect/>
          </a:stretch>
        </p:blipFill>
        <p:spPr>
          <a:xfrm>
            <a:off x="18917450" y="13179050"/>
            <a:ext cx="9327851" cy="3724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